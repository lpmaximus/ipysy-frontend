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29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94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95" r:id="rId23"/>
    <p:sldId id="275" r:id="rId24"/>
    <p:sldId id="276" r:id="rId25"/>
    <p:sldId id="277" r:id="rId26"/>
    <p:sldId id="278" r:id="rId27"/>
    <p:sldId id="280" r:id="rId28"/>
    <p:sldId id="279" r:id="rId29"/>
    <p:sldId id="297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BE5395-9DF5-41C4-B65B-F526C5851766}" v="72" dt="2026-05-09T14:25:52.4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02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z Paulo Cruz" userId="5e7741bb29989783" providerId="LiveId" clId="{95C88EC6-4CF1-4064-AC84-9E329B6F3B4D}"/>
    <pc:docChg chg="undo custSel addSld modSld sldOrd">
      <pc:chgData name="Luiz Paulo Cruz" userId="5e7741bb29989783" providerId="LiveId" clId="{95C88EC6-4CF1-4064-AC84-9E329B6F3B4D}" dt="2026-05-10T11:18:21.432" v="2299" actId="22"/>
      <pc:docMkLst>
        <pc:docMk/>
      </pc:docMkLst>
      <pc:sldChg chg="addSp modSp mod">
        <pc:chgData name="Luiz Paulo Cruz" userId="5e7741bb29989783" providerId="LiveId" clId="{95C88EC6-4CF1-4064-AC84-9E329B6F3B4D}" dt="2026-05-07T21:33:49.249" v="52" actId="1582"/>
        <pc:sldMkLst>
          <pc:docMk/>
          <pc:sldMk cId="321130002" sldId="256"/>
        </pc:sldMkLst>
        <pc:spChg chg="add mod">
          <ac:chgData name="Luiz Paulo Cruz" userId="5e7741bb29989783" providerId="LiveId" clId="{95C88EC6-4CF1-4064-AC84-9E329B6F3B4D}" dt="2026-05-07T21:31:52.159" v="31" actId="207"/>
          <ac:spMkLst>
            <pc:docMk/>
            <pc:sldMk cId="321130002" sldId="256"/>
            <ac:spMk id="6" creationId="{A11F8D58-5218-F512-AB88-B6A28587CA0A}"/>
          </ac:spMkLst>
        </pc:spChg>
        <pc:spChg chg="add mod">
          <ac:chgData name="Luiz Paulo Cruz" userId="5e7741bb29989783" providerId="LiveId" clId="{95C88EC6-4CF1-4064-AC84-9E329B6F3B4D}" dt="2026-05-07T21:33:14.570" v="46" actId="1582"/>
          <ac:spMkLst>
            <pc:docMk/>
            <pc:sldMk cId="321130002" sldId="256"/>
            <ac:spMk id="11" creationId="{84A015BC-4D55-71F8-5CE1-16106E61CB87}"/>
          </ac:spMkLst>
        </pc:spChg>
        <pc:cxnChg chg="add mod">
          <ac:chgData name="Luiz Paulo Cruz" userId="5e7741bb29989783" providerId="LiveId" clId="{95C88EC6-4CF1-4064-AC84-9E329B6F3B4D}" dt="2026-05-07T21:32:31.002" v="34" actId="208"/>
          <ac:cxnSpMkLst>
            <pc:docMk/>
            <pc:sldMk cId="321130002" sldId="256"/>
            <ac:cxnSpMk id="8" creationId="{38022452-2E05-3D57-D03F-F65F041E1C3A}"/>
          </ac:cxnSpMkLst>
        </pc:cxnChg>
        <pc:cxnChg chg="add mod">
          <ac:chgData name="Luiz Paulo Cruz" userId="5e7741bb29989783" providerId="LiveId" clId="{95C88EC6-4CF1-4064-AC84-9E329B6F3B4D}" dt="2026-05-07T21:32:31.002" v="34" actId="208"/>
          <ac:cxnSpMkLst>
            <pc:docMk/>
            <pc:sldMk cId="321130002" sldId="256"/>
            <ac:cxnSpMk id="10" creationId="{7EA72CEB-292D-1ACC-0904-484477F18F05}"/>
          </ac:cxnSpMkLst>
        </pc:cxnChg>
        <pc:cxnChg chg="add mod">
          <ac:chgData name="Luiz Paulo Cruz" userId="5e7741bb29989783" providerId="LiveId" clId="{95C88EC6-4CF1-4064-AC84-9E329B6F3B4D}" dt="2026-05-07T21:33:49.249" v="52" actId="1582"/>
          <ac:cxnSpMkLst>
            <pc:docMk/>
            <pc:sldMk cId="321130002" sldId="256"/>
            <ac:cxnSpMk id="13" creationId="{CAD75035-4A26-703D-2F56-7482999C3FE5}"/>
          </ac:cxnSpMkLst>
        </pc:cxnChg>
      </pc:sldChg>
      <pc:sldChg chg="addSp modSp mod">
        <pc:chgData name="Luiz Paulo Cruz" userId="5e7741bb29989783" providerId="LiveId" clId="{95C88EC6-4CF1-4064-AC84-9E329B6F3B4D}" dt="2026-05-07T21:36:11.837" v="117" actId="14100"/>
        <pc:sldMkLst>
          <pc:docMk/>
          <pc:sldMk cId="3011126020" sldId="257"/>
        </pc:sldMkLst>
        <pc:spChg chg="add mod">
          <ac:chgData name="Luiz Paulo Cruz" userId="5e7741bb29989783" providerId="LiveId" clId="{95C88EC6-4CF1-4064-AC84-9E329B6F3B4D}" dt="2026-05-07T21:35:21.304" v="71" actId="14100"/>
          <ac:spMkLst>
            <pc:docMk/>
            <pc:sldMk cId="3011126020" sldId="257"/>
            <ac:spMk id="6" creationId="{CAF48979-5E85-1396-4AA6-8A9A40A98CD1}"/>
          </ac:spMkLst>
        </pc:spChg>
        <pc:spChg chg="add mod">
          <ac:chgData name="Luiz Paulo Cruz" userId="5e7741bb29989783" providerId="LiveId" clId="{95C88EC6-4CF1-4064-AC84-9E329B6F3B4D}" dt="2026-05-07T21:35:48.459" v="113" actId="208"/>
          <ac:spMkLst>
            <pc:docMk/>
            <pc:sldMk cId="3011126020" sldId="257"/>
            <ac:spMk id="7" creationId="{3ECEA84B-0656-440D-9EE4-B8C0B855EA84}"/>
          </ac:spMkLst>
        </pc:spChg>
        <pc:picChg chg="add">
          <ac:chgData name="Luiz Paulo Cruz" userId="5e7741bb29989783" providerId="LiveId" clId="{95C88EC6-4CF1-4064-AC84-9E329B6F3B4D}" dt="2026-05-07T21:34:56.829" v="53" actId="22"/>
          <ac:picMkLst>
            <pc:docMk/>
            <pc:sldMk cId="3011126020" sldId="257"/>
            <ac:picMk id="5" creationId="{E9B9FFC5-8544-0960-7075-E5B9371E68FB}"/>
          </ac:picMkLst>
        </pc:picChg>
        <pc:cxnChg chg="add mod">
          <ac:chgData name="Luiz Paulo Cruz" userId="5e7741bb29989783" providerId="LiveId" clId="{95C88EC6-4CF1-4064-AC84-9E329B6F3B4D}" dt="2026-05-07T21:36:11.837" v="117" actId="14100"/>
          <ac:cxnSpMkLst>
            <pc:docMk/>
            <pc:sldMk cId="3011126020" sldId="257"/>
            <ac:cxnSpMk id="9" creationId="{20075957-6CE6-EFB4-1CC5-9309B7C90A0C}"/>
          </ac:cxnSpMkLst>
        </pc:cxnChg>
      </pc:sldChg>
      <pc:sldChg chg="addSp modSp mod">
        <pc:chgData name="Luiz Paulo Cruz" userId="5e7741bb29989783" providerId="LiveId" clId="{95C88EC6-4CF1-4064-AC84-9E329B6F3B4D}" dt="2026-05-07T21:37:16.433" v="136" actId="20577"/>
        <pc:sldMkLst>
          <pc:docMk/>
          <pc:sldMk cId="172932212" sldId="258"/>
        </pc:sldMkLst>
        <pc:spChg chg="add mod">
          <ac:chgData name="Luiz Paulo Cruz" userId="5e7741bb29989783" providerId="LiveId" clId="{95C88EC6-4CF1-4064-AC84-9E329B6F3B4D}" dt="2026-05-07T21:37:16.433" v="136" actId="20577"/>
          <ac:spMkLst>
            <pc:docMk/>
            <pc:sldMk cId="172932212" sldId="258"/>
            <ac:spMk id="4" creationId="{86388E43-FFAC-A1D3-6B90-6141B20F166C}"/>
          </ac:spMkLst>
        </pc:spChg>
        <pc:picChg chg="add">
          <ac:chgData name="Luiz Paulo Cruz" userId="5e7741bb29989783" providerId="LiveId" clId="{95C88EC6-4CF1-4064-AC84-9E329B6F3B4D}" dt="2026-05-07T21:36:39.259" v="118" actId="22"/>
          <ac:picMkLst>
            <pc:docMk/>
            <pc:sldMk cId="172932212" sldId="258"/>
            <ac:picMk id="3" creationId="{D28EE79D-A787-E287-801A-3D139D6AC7D7}"/>
          </ac:picMkLst>
        </pc:picChg>
        <pc:cxnChg chg="add mod">
          <ac:chgData name="Luiz Paulo Cruz" userId="5e7741bb29989783" providerId="LiveId" clId="{95C88EC6-4CF1-4064-AC84-9E329B6F3B4D}" dt="2026-05-07T21:37:16.433" v="136" actId="20577"/>
          <ac:cxnSpMkLst>
            <pc:docMk/>
            <pc:sldMk cId="172932212" sldId="258"/>
            <ac:cxnSpMk id="5" creationId="{EFA1C89E-577A-05C5-EABA-922A1CDDBD99}"/>
          </ac:cxnSpMkLst>
        </pc:cxnChg>
      </pc:sldChg>
      <pc:sldChg chg="addSp modSp mod">
        <pc:chgData name="Luiz Paulo Cruz" userId="5e7741bb29989783" providerId="LiveId" clId="{95C88EC6-4CF1-4064-AC84-9E329B6F3B4D}" dt="2026-05-07T21:38:00.101" v="138"/>
        <pc:sldMkLst>
          <pc:docMk/>
          <pc:sldMk cId="2392738021" sldId="259"/>
        </pc:sldMkLst>
        <pc:spChg chg="add mod">
          <ac:chgData name="Luiz Paulo Cruz" userId="5e7741bb29989783" providerId="LiveId" clId="{95C88EC6-4CF1-4064-AC84-9E329B6F3B4D}" dt="2026-05-07T21:38:00.101" v="138"/>
          <ac:spMkLst>
            <pc:docMk/>
            <pc:sldMk cId="2392738021" sldId="259"/>
            <ac:spMk id="4" creationId="{31DDE04B-3A94-3438-B92D-2F27E8A032D0}"/>
          </ac:spMkLst>
        </pc:spChg>
        <pc:picChg chg="add">
          <ac:chgData name="Luiz Paulo Cruz" userId="5e7741bb29989783" providerId="LiveId" clId="{95C88EC6-4CF1-4064-AC84-9E329B6F3B4D}" dt="2026-05-07T21:37:54.569" v="137" actId="22"/>
          <ac:picMkLst>
            <pc:docMk/>
            <pc:sldMk cId="2392738021" sldId="259"/>
            <ac:picMk id="3" creationId="{618E67FC-4BD7-6400-F0B3-235F71B989A3}"/>
          </ac:picMkLst>
        </pc:picChg>
        <pc:cxnChg chg="add mod">
          <ac:chgData name="Luiz Paulo Cruz" userId="5e7741bb29989783" providerId="LiveId" clId="{95C88EC6-4CF1-4064-AC84-9E329B6F3B4D}" dt="2026-05-07T21:38:00.101" v="138"/>
          <ac:cxnSpMkLst>
            <pc:docMk/>
            <pc:sldMk cId="2392738021" sldId="259"/>
            <ac:cxnSpMk id="5" creationId="{3D5B9195-0F04-F51A-D7C5-93095E195474}"/>
          </ac:cxnSpMkLst>
        </pc:cxnChg>
      </pc:sldChg>
      <pc:sldChg chg="addSp modSp mod">
        <pc:chgData name="Luiz Paulo Cruz" userId="5e7741bb29989783" providerId="LiveId" clId="{95C88EC6-4CF1-4064-AC84-9E329B6F3B4D}" dt="2026-05-07T21:38:30.925" v="140"/>
        <pc:sldMkLst>
          <pc:docMk/>
          <pc:sldMk cId="2506308301" sldId="260"/>
        </pc:sldMkLst>
        <pc:spChg chg="add mod">
          <ac:chgData name="Luiz Paulo Cruz" userId="5e7741bb29989783" providerId="LiveId" clId="{95C88EC6-4CF1-4064-AC84-9E329B6F3B4D}" dt="2026-05-07T21:38:30.925" v="140"/>
          <ac:spMkLst>
            <pc:docMk/>
            <pc:sldMk cId="2506308301" sldId="260"/>
            <ac:spMk id="4" creationId="{41FFF189-BD2E-02EB-994D-DB6856C85F0F}"/>
          </ac:spMkLst>
        </pc:spChg>
        <pc:picChg chg="add">
          <ac:chgData name="Luiz Paulo Cruz" userId="5e7741bb29989783" providerId="LiveId" clId="{95C88EC6-4CF1-4064-AC84-9E329B6F3B4D}" dt="2026-05-07T21:38:21.932" v="139" actId="22"/>
          <ac:picMkLst>
            <pc:docMk/>
            <pc:sldMk cId="2506308301" sldId="260"/>
            <ac:picMk id="3" creationId="{8ED9B37F-8B27-5B25-DA44-081EB97DCD68}"/>
          </ac:picMkLst>
        </pc:picChg>
        <pc:cxnChg chg="add mod">
          <ac:chgData name="Luiz Paulo Cruz" userId="5e7741bb29989783" providerId="LiveId" clId="{95C88EC6-4CF1-4064-AC84-9E329B6F3B4D}" dt="2026-05-07T21:38:30.925" v="140"/>
          <ac:cxnSpMkLst>
            <pc:docMk/>
            <pc:sldMk cId="2506308301" sldId="260"/>
            <ac:cxnSpMk id="5" creationId="{EE68A271-A12B-E8DA-E62B-7894786003F6}"/>
          </ac:cxnSpMkLst>
        </pc:cxnChg>
      </pc:sldChg>
      <pc:sldChg chg="addSp delSp modSp mod">
        <pc:chgData name="Luiz Paulo Cruz" userId="5e7741bb29989783" providerId="LiveId" clId="{95C88EC6-4CF1-4064-AC84-9E329B6F3B4D}" dt="2026-05-07T21:41:54.518" v="258" actId="20577"/>
        <pc:sldMkLst>
          <pc:docMk/>
          <pc:sldMk cId="2747012448" sldId="261"/>
        </pc:sldMkLst>
        <pc:spChg chg="add mod">
          <ac:chgData name="Luiz Paulo Cruz" userId="5e7741bb29989783" providerId="LiveId" clId="{95C88EC6-4CF1-4064-AC84-9E329B6F3B4D}" dt="2026-05-07T21:39:21.165" v="142"/>
          <ac:spMkLst>
            <pc:docMk/>
            <pc:sldMk cId="2747012448" sldId="261"/>
            <ac:spMk id="4" creationId="{DDCA590D-B4A3-21CB-6614-249C33B5417B}"/>
          </ac:spMkLst>
        </pc:spChg>
        <pc:spChg chg="add mod">
          <ac:chgData name="Luiz Paulo Cruz" userId="5e7741bb29989783" providerId="LiveId" clId="{95C88EC6-4CF1-4064-AC84-9E329B6F3B4D}" dt="2026-05-07T21:41:54.518" v="258" actId="20577"/>
          <ac:spMkLst>
            <pc:docMk/>
            <pc:sldMk cId="2747012448" sldId="261"/>
            <ac:spMk id="6" creationId="{FCA7CEA4-9015-7A20-6C70-ED6589D3AE59}"/>
          </ac:spMkLst>
        </pc:spChg>
        <pc:spChg chg="add mod">
          <ac:chgData name="Luiz Paulo Cruz" userId="5e7741bb29989783" providerId="LiveId" clId="{95C88EC6-4CF1-4064-AC84-9E329B6F3B4D}" dt="2026-05-07T21:40:57.477" v="148" actId="207"/>
          <ac:spMkLst>
            <pc:docMk/>
            <pc:sldMk cId="2747012448" sldId="261"/>
            <ac:spMk id="9" creationId="{9A3E052F-C5B5-F14B-35C1-54629F6015C0}"/>
          </ac:spMkLst>
        </pc:spChg>
        <pc:picChg chg="add">
          <ac:chgData name="Luiz Paulo Cruz" userId="5e7741bb29989783" providerId="LiveId" clId="{95C88EC6-4CF1-4064-AC84-9E329B6F3B4D}" dt="2026-05-07T21:39:16.280" v="141" actId="22"/>
          <ac:picMkLst>
            <pc:docMk/>
            <pc:sldMk cId="2747012448" sldId="261"/>
            <ac:picMk id="3" creationId="{8B38673E-E255-C1A4-B9DC-EB152B0ADDF0}"/>
          </ac:picMkLst>
        </pc:picChg>
        <pc:cxnChg chg="add mod">
          <ac:chgData name="Luiz Paulo Cruz" userId="5e7741bb29989783" providerId="LiveId" clId="{95C88EC6-4CF1-4064-AC84-9E329B6F3B4D}" dt="2026-05-07T21:39:21.165" v="142"/>
          <ac:cxnSpMkLst>
            <pc:docMk/>
            <pc:sldMk cId="2747012448" sldId="261"/>
            <ac:cxnSpMk id="5" creationId="{64E37405-C21A-EC9B-1CD5-0483DBF018B3}"/>
          </ac:cxnSpMkLst>
        </pc:cxnChg>
        <pc:cxnChg chg="add mod">
          <ac:chgData name="Luiz Paulo Cruz" userId="5e7741bb29989783" providerId="LiveId" clId="{95C88EC6-4CF1-4064-AC84-9E329B6F3B4D}" dt="2026-05-07T21:41:03.989" v="150"/>
          <ac:cxnSpMkLst>
            <pc:docMk/>
            <pc:sldMk cId="2747012448" sldId="261"/>
            <ac:cxnSpMk id="10" creationId="{F20D0043-E14C-8C86-47AB-424C9AF42F67}"/>
          </ac:cxnSpMkLst>
        </pc:cxnChg>
      </pc:sldChg>
      <pc:sldChg chg="addSp modSp mod">
        <pc:chgData name="Luiz Paulo Cruz" userId="5e7741bb29989783" providerId="LiveId" clId="{95C88EC6-4CF1-4064-AC84-9E329B6F3B4D}" dt="2026-05-07T21:42:33.165" v="260"/>
        <pc:sldMkLst>
          <pc:docMk/>
          <pc:sldMk cId="1877974969" sldId="262"/>
        </pc:sldMkLst>
        <pc:spChg chg="add mod">
          <ac:chgData name="Luiz Paulo Cruz" userId="5e7741bb29989783" providerId="LiveId" clId="{95C88EC6-4CF1-4064-AC84-9E329B6F3B4D}" dt="2026-05-07T21:42:33.165" v="260"/>
          <ac:spMkLst>
            <pc:docMk/>
            <pc:sldMk cId="1877974969" sldId="262"/>
            <ac:spMk id="4" creationId="{804F6F01-B223-AA15-0BCA-1E7624DF7DEE}"/>
          </ac:spMkLst>
        </pc:spChg>
        <pc:picChg chg="add">
          <ac:chgData name="Luiz Paulo Cruz" userId="5e7741bb29989783" providerId="LiveId" clId="{95C88EC6-4CF1-4064-AC84-9E329B6F3B4D}" dt="2026-05-07T21:42:17.822" v="259" actId="22"/>
          <ac:picMkLst>
            <pc:docMk/>
            <pc:sldMk cId="1877974969" sldId="262"/>
            <ac:picMk id="3" creationId="{A6E7782F-3A84-54BF-323F-D2A690BD44FA}"/>
          </ac:picMkLst>
        </pc:picChg>
        <pc:cxnChg chg="add mod">
          <ac:chgData name="Luiz Paulo Cruz" userId="5e7741bb29989783" providerId="LiveId" clId="{95C88EC6-4CF1-4064-AC84-9E329B6F3B4D}" dt="2026-05-07T21:42:33.165" v="260"/>
          <ac:cxnSpMkLst>
            <pc:docMk/>
            <pc:sldMk cId="1877974969" sldId="262"/>
            <ac:cxnSpMk id="5" creationId="{9AD31A64-4F40-5297-5B32-5DFB41236810}"/>
          </ac:cxnSpMkLst>
        </pc:cxnChg>
      </pc:sldChg>
      <pc:sldChg chg="addSp modSp mod">
        <pc:chgData name="Luiz Paulo Cruz" userId="5e7741bb29989783" providerId="LiveId" clId="{95C88EC6-4CF1-4064-AC84-9E329B6F3B4D}" dt="2026-05-07T22:26:49.444" v="356" actId="20577"/>
        <pc:sldMkLst>
          <pc:docMk/>
          <pc:sldMk cId="2970957144" sldId="263"/>
        </pc:sldMkLst>
        <pc:spChg chg="add mod">
          <ac:chgData name="Luiz Paulo Cruz" userId="5e7741bb29989783" providerId="LiveId" clId="{95C88EC6-4CF1-4064-AC84-9E329B6F3B4D}" dt="2026-05-07T21:43:53.350" v="262"/>
          <ac:spMkLst>
            <pc:docMk/>
            <pc:sldMk cId="2970957144" sldId="263"/>
            <ac:spMk id="4" creationId="{B0A7C1C0-9587-BFE3-6276-773FB119013E}"/>
          </ac:spMkLst>
        </pc:spChg>
        <pc:spChg chg="add mod">
          <ac:chgData name="Luiz Paulo Cruz" userId="5e7741bb29989783" providerId="LiveId" clId="{95C88EC6-4CF1-4064-AC84-9E329B6F3B4D}" dt="2026-05-07T22:24:07.600" v="264" actId="207"/>
          <ac:spMkLst>
            <pc:docMk/>
            <pc:sldMk cId="2970957144" sldId="263"/>
            <ac:spMk id="6" creationId="{6BF9EDF0-14DB-2421-D7E1-A94036961F47}"/>
          </ac:spMkLst>
        </pc:spChg>
        <pc:spChg chg="add mod">
          <ac:chgData name="Luiz Paulo Cruz" userId="5e7741bb29989783" providerId="LiveId" clId="{95C88EC6-4CF1-4064-AC84-9E329B6F3B4D}" dt="2026-05-07T22:26:49.444" v="356" actId="20577"/>
          <ac:spMkLst>
            <pc:docMk/>
            <pc:sldMk cId="2970957144" sldId="263"/>
            <ac:spMk id="7" creationId="{443C89AE-6859-1CCC-FD6C-F7CEE1159DA5}"/>
          </ac:spMkLst>
        </pc:spChg>
        <pc:spChg chg="add mod">
          <ac:chgData name="Luiz Paulo Cruz" userId="5e7741bb29989783" providerId="LiveId" clId="{95C88EC6-4CF1-4064-AC84-9E329B6F3B4D}" dt="2026-05-07T22:25:35.899" v="350" actId="14100"/>
          <ac:spMkLst>
            <pc:docMk/>
            <pc:sldMk cId="2970957144" sldId="263"/>
            <ac:spMk id="10" creationId="{CFD1FEFD-C400-F8F7-36DC-31050D9D29E1}"/>
          </ac:spMkLst>
        </pc:spChg>
        <pc:picChg chg="add">
          <ac:chgData name="Luiz Paulo Cruz" userId="5e7741bb29989783" providerId="LiveId" clId="{95C88EC6-4CF1-4064-AC84-9E329B6F3B4D}" dt="2026-05-07T21:43:45.194" v="261" actId="22"/>
          <ac:picMkLst>
            <pc:docMk/>
            <pc:sldMk cId="2970957144" sldId="263"/>
            <ac:picMk id="3" creationId="{FF31D723-C7F6-3F09-DE40-91E97EFED318}"/>
          </ac:picMkLst>
        </pc:picChg>
        <pc:cxnChg chg="add mod">
          <ac:chgData name="Luiz Paulo Cruz" userId="5e7741bb29989783" providerId="LiveId" clId="{95C88EC6-4CF1-4064-AC84-9E329B6F3B4D}" dt="2026-05-07T21:43:53.350" v="262"/>
          <ac:cxnSpMkLst>
            <pc:docMk/>
            <pc:sldMk cId="2970957144" sldId="263"/>
            <ac:cxnSpMk id="5" creationId="{F23C00FD-AC56-08F2-04E0-5E5305F6A1DC}"/>
          </ac:cxnSpMkLst>
        </pc:cxnChg>
        <pc:cxnChg chg="add mod">
          <ac:chgData name="Luiz Paulo Cruz" userId="5e7741bb29989783" providerId="LiveId" clId="{95C88EC6-4CF1-4064-AC84-9E329B6F3B4D}" dt="2026-05-07T22:24:38.158" v="295" actId="20577"/>
          <ac:cxnSpMkLst>
            <pc:docMk/>
            <pc:sldMk cId="2970957144" sldId="263"/>
            <ac:cxnSpMk id="8" creationId="{EA6169A7-75E3-C9DF-352E-18E6D0726B51}"/>
          </ac:cxnSpMkLst>
        </pc:cxnChg>
        <pc:cxnChg chg="add mod">
          <ac:chgData name="Luiz Paulo Cruz" userId="5e7741bb29989783" providerId="LiveId" clId="{95C88EC6-4CF1-4064-AC84-9E329B6F3B4D}" dt="2026-05-07T22:25:35.899" v="350" actId="14100"/>
          <ac:cxnSpMkLst>
            <pc:docMk/>
            <pc:sldMk cId="2970957144" sldId="263"/>
            <ac:cxnSpMk id="11" creationId="{D01F7ED6-8D68-33E8-E0B0-4A4147BC6E4A}"/>
          </ac:cxnSpMkLst>
        </pc:cxnChg>
      </pc:sldChg>
      <pc:sldChg chg="addSp modSp mod">
        <pc:chgData name="Luiz Paulo Cruz" userId="5e7741bb29989783" providerId="LiveId" clId="{95C88EC6-4CF1-4064-AC84-9E329B6F3B4D}" dt="2026-05-07T22:28:32.084" v="385" actId="208"/>
        <pc:sldMkLst>
          <pc:docMk/>
          <pc:sldMk cId="2277420533" sldId="264"/>
        </pc:sldMkLst>
        <pc:spChg chg="add mod">
          <ac:chgData name="Luiz Paulo Cruz" userId="5e7741bb29989783" providerId="LiveId" clId="{95C88EC6-4CF1-4064-AC84-9E329B6F3B4D}" dt="2026-05-07T22:27:23.740" v="358"/>
          <ac:spMkLst>
            <pc:docMk/>
            <pc:sldMk cId="2277420533" sldId="264"/>
            <ac:spMk id="4" creationId="{3807C9AA-B734-1CE7-07B9-C7F353D3519F}"/>
          </ac:spMkLst>
        </pc:spChg>
        <pc:spChg chg="add mod">
          <ac:chgData name="Luiz Paulo Cruz" userId="5e7741bb29989783" providerId="LiveId" clId="{95C88EC6-4CF1-4064-AC84-9E329B6F3B4D}" dt="2026-05-07T22:27:53.313" v="381" actId="14100"/>
          <ac:spMkLst>
            <pc:docMk/>
            <pc:sldMk cId="2277420533" sldId="264"/>
            <ac:spMk id="6" creationId="{F9F90CAB-3DB9-BE1E-625F-AC842BAA5C46}"/>
          </ac:spMkLst>
        </pc:spChg>
        <pc:picChg chg="add">
          <ac:chgData name="Luiz Paulo Cruz" userId="5e7741bb29989783" providerId="LiveId" clId="{95C88EC6-4CF1-4064-AC84-9E329B6F3B4D}" dt="2026-05-07T22:27:19.119" v="357" actId="22"/>
          <ac:picMkLst>
            <pc:docMk/>
            <pc:sldMk cId="2277420533" sldId="264"/>
            <ac:picMk id="3" creationId="{2BD1B861-BEC2-DAC2-8463-88D3AEEBF83B}"/>
          </ac:picMkLst>
        </pc:picChg>
        <pc:cxnChg chg="add mod">
          <ac:chgData name="Luiz Paulo Cruz" userId="5e7741bb29989783" providerId="LiveId" clId="{95C88EC6-4CF1-4064-AC84-9E329B6F3B4D}" dt="2026-05-07T22:27:23.740" v="358"/>
          <ac:cxnSpMkLst>
            <pc:docMk/>
            <pc:sldMk cId="2277420533" sldId="264"/>
            <ac:cxnSpMk id="5" creationId="{4BD2DAD4-4E3F-A039-3AA4-E8B67CE1187E}"/>
          </ac:cxnSpMkLst>
        </pc:cxnChg>
        <pc:cxnChg chg="add mod">
          <ac:chgData name="Luiz Paulo Cruz" userId="5e7741bb29989783" providerId="LiveId" clId="{95C88EC6-4CF1-4064-AC84-9E329B6F3B4D}" dt="2026-05-07T22:27:57.940" v="382" actId="14100"/>
          <ac:cxnSpMkLst>
            <pc:docMk/>
            <pc:sldMk cId="2277420533" sldId="264"/>
            <ac:cxnSpMk id="7" creationId="{6F330B29-627D-D7EC-C3BB-98DB0DE1C2B1}"/>
          </ac:cxnSpMkLst>
        </pc:cxnChg>
        <pc:cxnChg chg="add mod">
          <ac:chgData name="Luiz Paulo Cruz" userId="5e7741bb29989783" providerId="LiveId" clId="{95C88EC6-4CF1-4064-AC84-9E329B6F3B4D}" dt="2026-05-07T22:28:32.084" v="385" actId="208"/>
          <ac:cxnSpMkLst>
            <pc:docMk/>
            <pc:sldMk cId="2277420533" sldId="264"/>
            <ac:cxnSpMk id="9" creationId="{625030B4-9B34-0FA1-E85F-2D2298F3DDC4}"/>
          </ac:cxnSpMkLst>
        </pc:cxnChg>
        <pc:cxnChg chg="add mod">
          <ac:chgData name="Luiz Paulo Cruz" userId="5e7741bb29989783" providerId="LiveId" clId="{95C88EC6-4CF1-4064-AC84-9E329B6F3B4D}" dt="2026-05-07T22:28:32.084" v="385" actId="208"/>
          <ac:cxnSpMkLst>
            <pc:docMk/>
            <pc:sldMk cId="2277420533" sldId="264"/>
            <ac:cxnSpMk id="10" creationId="{A734FA66-DD9C-E632-021B-A6B59AE5850E}"/>
          </ac:cxnSpMkLst>
        </pc:cxnChg>
      </pc:sldChg>
      <pc:sldChg chg="addSp modSp mod">
        <pc:chgData name="Luiz Paulo Cruz" userId="5e7741bb29989783" providerId="LiveId" clId="{95C88EC6-4CF1-4064-AC84-9E329B6F3B4D}" dt="2026-05-07T22:29:33.982" v="387"/>
        <pc:sldMkLst>
          <pc:docMk/>
          <pc:sldMk cId="1019037174" sldId="265"/>
        </pc:sldMkLst>
        <pc:spChg chg="add mod">
          <ac:chgData name="Luiz Paulo Cruz" userId="5e7741bb29989783" providerId="LiveId" clId="{95C88EC6-4CF1-4064-AC84-9E329B6F3B4D}" dt="2026-05-07T22:29:33.982" v="387"/>
          <ac:spMkLst>
            <pc:docMk/>
            <pc:sldMk cId="1019037174" sldId="265"/>
            <ac:spMk id="4" creationId="{8D575C60-57F5-0F34-9B13-079583ABD423}"/>
          </ac:spMkLst>
        </pc:spChg>
        <pc:picChg chg="add">
          <ac:chgData name="Luiz Paulo Cruz" userId="5e7741bb29989783" providerId="LiveId" clId="{95C88EC6-4CF1-4064-AC84-9E329B6F3B4D}" dt="2026-05-07T22:29:24.008" v="386" actId="22"/>
          <ac:picMkLst>
            <pc:docMk/>
            <pc:sldMk cId="1019037174" sldId="265"/>
            <ac:picMk id="3" creationId="{8C536ABE-9727-8181-5A17-C82EB6781C5D}"/>
          </ac:picMkLst>
        </pc:picChg>
        <pc:cxnChg chg="add mod">
          <ac:chgData name="Luiz Paulo Cruz" userId="5e7741bb29989783" providerId="LiveId" clId="{95C88EC6-4CF1-4064-AC84-9E329B6F3B4D}" dt="2026-05-07T22:29:33.982" v="387"/>
          <ac:cxnSpMkLst>
            <pc:docMk/>
            <pc:sldMk cId="1019037174" sldId="265"/>
            <ac:cxnSpMk id="5" creationId="{F0B9254A-63C0-E6AB-249C-AE5D70D3D7FB}"/>
          </ac:cxnSpMkLst>
        </pc:cxnChg>
      </pc:sldChg>
      <pc:sldChg chg="addSp modSp mod">
        <pc:chgData name="Luiz Paulo Cruz" userId="5e7741bb29989783" providerId="LiveId" clId="{95C88EC6-4CF1-4064-AC84-9E329B6F3B4D}" dt="2026-05-07T22:42:05.663" v="389"/>
        <pc:sldMkLst>
          <pc:docMk/>
          <pc:sldMk cId="56386241" sldId="266"/>
        </pc:sldMkLst>
        <pc:spChg chg="add mod">
          <ac:chgData name="Luiz Paulo Cruz" userId="5e7741bb29989783" providerId="LiveId" clId="{95C88EC6-4CF1-4064-AC84-9E329B6F3B4D}" dt="2026-05-07T22:42:05.663" v="389"/>
          <ac:spMkLst>
            <pc:docMk/>
            <pc:sldMk cId="56386241" sldId="266"/>
            <ac:spMk id="4" creationId="{75DF91E7-BAB9-7E1B-2370-E6E933E2E1E6}"/>
          </ac:spMkLst>
        </pc:spChg>
        <pc:picChg chg="add">
          <ac:chgData name="Luiz Paulo Cruz" userId="5e7741bb29989783" providerId="LiveId" clId="{95C88EC6-4CF1-4064-AC84-9E329B6F3B4D}" dt="2026-05-07T22:41:56.901" v="388" actId="22"/>
          <ac:picMkLst>
            <pc:docMk/>
            <pc:sldMk cId="56386241" sldId="266"/>
            <ac:picMk id="3" creationId="{B604C6E8-127B-FB22-B581-36AD88834251}"/>
          </ac:picMkLst>
        </pc:picChg>
        <pc:cxnChg chg="add mod">
          <ac:chgData name="Luiz Paulo Cruz" userId="5e7741bb29989783" providerId="LiveId" clId="{95C88EC6-4CF1-4064-AC84-9E329B6F3B4D}" dt="2026-05-07T22:42:05.663" v="389"/>
          <ac:cxnSpMkLst>
            <pc:docMk/>
            <pc:sldMk cId="56386241" sldId="266"/>
            <ac:cxnSpMk id="5" creationId="{036382DE-4FC7-0D81-F51E-9ABEFD4A121D}"/>
          </ac:cxnSpMkLst>
        </pc:cxnChg>
      </pc:sldChg>
      <pc:sldChg chg="addSp modSp add mod">
        <pc:chgData name="Luiz Paulo Cruz" userId="5e7741bb29989783" providerId="LiveId" clId="{95C88EC6-4CF1-4064-AC84-9E329B6F3B4D}" dt="2026-05-07T23:20:59.273" v="765" actId="1076"/>
        <pc:sldMkLst>
          <pc:docMk/>
          <pc:sldMk cId="677148491" sldId="267"/>
        </pc:sldMkLst>
        <pc:spChg chg="add mod">
          <ac:chgData name="Luiz Paulo Cruz" userId="5e7741bb29989783" providerId="LiveId" clId="{95C88EC6-4CF1-4064-AC84-9E329B6F3B4D}" dt="2026-05-07T23:13:04.930" v="487" actId="20577"/>
          <ac:spMkLst>
            <pc:docMk/>
            <pc:sldMk cId="677148491" sldId="267"/>
            <ac:spMk id="4" creationId="{6A3D1F9C-DEE3-655F-145F-550AF8DF8E61}"/>
          </ac:spMkLst>
        </pc:spChg>
        <pc:spChg chg="add mod">
          <ac:chgData name="Luiz Paulo Cruz" userId="5e7741bb29989783" providerId="LiveId" clId="{95C88EC6-4CF1-4064-AC84-9E329B6F3B4D}" dt="2026-05-07T23:15:45.325" v="523" actId="14100"/>
          <ac:spMkLst>
            <pc:docMk/>
            <pc:sldMk cId="677148491" sldId="267"/>
            <ac:spMk id="5" creationId="{4DF3BED0-859A-99B1-7F89-E38E571F9B14}"/>
          </ac:spMkLst>
        </pc:spChg>
        <pc:spChg chg="add mod">
          <ac:chgData name="Luiz Paulo Cruz" userId="5e7741bb29989783" providerId="LiveId" clId="{95C88EC6-4CF1-4064-AC84-9E329B6F3B4D}" dt="2026-05-07T23:16:37.016" v="550" actId="1076"/>
          <ac:spMkLst>
            <pc:docMk/>
            <pc:sldMk cId="677148491" sldId="267"/>
            <ac:spMk id="6" creationId="{D09D342A-5F12-C986-65AA-6B31B2D3294A}"/>
          </ac:spMkLst>
        </pc:spChg>
        <pc:spChg chg="add mod">
          <ac:chgData name="Luiz Paulo Cruz" userId="5e7741bb29989783" providerId="LiveId" clId="{95C88EC6-4CF1-4064-AC84-9E329B6F3B4D}" dt="2026-05-07T23:16:59.116" v="554" actId="14100"/>
          <ac:spMkLst>
            <pc:docMk/>
            <pc:sldMk cId="677148491" sldId="267"/>
            <ac:spMk id="7" creationId="{E8BF937A-5AE6-EB5B-38C1-405DDB47AAF9}"/>
          </ac:spMkLst>
        </pc:spChg>
        <pc:spChg chg="add mod">
          <ac:chgData name="Luiz Paulo Cruz" userId="5e7741bb29989783" providerId="LiveId" clId="{95C88EC6-4CF1-4064-AC84-9E329B6F3B4D}" dt="2026-05-07T23:18:50.740" v="638" actId="20577"/>
          <ac:spMkLst>
            <pc:docMk/>
            <pc:sldMk cId="677148491" sldId="267"/>
            <ac:spMk id="8" creationId="{FBFAD49E-5637-4481-DB83-8B93929B9A3D}"/>
          </ac:spMkLst>
        </pc:spChg>
        <pc:spChg chg="add mod">
          <ac:chgData name="Luiz Paulo Cruz" userId="5e7741bb29989783" providerId="LiveId" clId="{95C88EC6-4CF1-4064-AC84-9E329B6F3B4D}" dt="2026-05-07T23:19:16.373" v="681" actId="20577"/>
          <ac:spMkLst>
            <pc:docMk/>
            <pc:sldMk cId="677148491" sldId="267"/>
            <ac:spMk id="9" creationId="{334BAA92-4080-86FC-7B34-1731D16F45C0}"/>
          </ac:spMkLst>
        </pc:spChg>
        <pc:spChg chg="add mod">
          <ac:chgData name="Luiz Paulo Cruz" userId="5e7741bb29989783" providerId="LiveId" clId="{95C88EC6-4CF1-4064-AC84-9E329B6F3B4D}" dt="2026-05-07T23:19:26.976" v="683" actId="1076"/>
          <ac:spMkLst>
            <pc:docMk/>
            <pc:sldMk cId="677148491" sldId="267"/>
            <ac:spMk id="10" creationId="{3C9827D5-0F27-9EEE-F61F-4F0C25B11F5C}"/>
          </ac:spMkLst>
        </pc:spChg>
        <pc:spChg chg="add mod">
          <ac:chgData name="Luiz Paulo Cruz" userId="5e7741bb29989783" providerId="LiveId" clId="{95C88EC6-4CF1-4064-AC84-9E329B6F3B4D}" dt="2026-05-07T23:19:45.872" v="688" actId="14100"/>
          <ac:spMkLst>
            <pc:docMk/>
            <pc:sldMk cId="677148491" sldId="267"/>
            <ac:spMk id="11" creationId="{407E6BBB-4686-1E91-A7B1-32DFD51783BA}"/>
          </ac:spMkLst>
        </pc:spChg>
        <pc:spChg chg="add mod">
          <ac:chgData name="Luiz Paulo Cruz" userId="5e7741bb29989783" providerId="LiveId" clId="{95C88EC6-4CF1-4064-AC84-9E329B6F3B4D}" dt="2026-05-07T23:20:59.273" v="765" actId="1076"/>
          <ac:spMkLst>
            <pc:docMk/>
            <pc:sldMk cId="677148491" sldId="267"/>
            <ac:spMk id="12" creationId="{A4C891C6-A754-A9F7-955E-9DA013A684AA}"/>
          </ac:spMkLst>
        </pc:spChg>
        <pc:picChg chg="add mod">
          <ac:chgData name="Luiz Paulo Cruz" userId="5e7741bb29989783" providerId="LiveId" clId="{95C88EC6-4CF1-4064-AC84-9E329B6F3B4D}" dt="2026-05-07T23:19:35.382" v="686" actId="1076"/>
          <ac:picMkLst>
            <pc:docMk/>
            <pc:sldMk cId="677148491" sldId="267"/>
            <ac:picMk id="3" creationId="{980B51DD-CB72-068A-509E-F9CEE4CEE348}"/>
          </ac:picMkLst>
        </pc:picChg>
      </pc:sldChg>
      <pc:sldChg chg="addSp delSp modSp add mod">
        <pc:chgData name="Luiz Paulo Cruz" userId="5e7741bb29989783" providerId="LiveId" clId="{95C88EC6-4CF1-4064-AC84-9E329B6F3B4D}" dt="2026-05-07T23:23:33.398" v="869" actId="20577"/>
        <pc:sldMkLst>
          <pc:docMk/>
          <pc:sldMk cId="3571070204" sldId="268"/>
        </pc:sldMkLst>
        <pc:spChg chg="add mod">
          <ac:chgData name="Luiz Paulo Cruz" userId="5e7741bb29989783" providerId="LiveId" clId="{95C88EC6-4CF1-4064-AC84-9E329B6F3B4D}" dt="2026-05-07T23:13:58.416" v="517" actId="20577"/>
          <ac:spMkLst>
            <pc:docMk/>
            <pc:sldMk cId="3571070204" sldId="268"/>
            <ac:spMk id="4" creationId="{9235ED2E-B3BD-7188-7186-A0BA1879DAAB}"/>
          </ac:spMkLst>
        </pc:spChg>
        <pc:spChg chg="add">
          <ac:chgData name="Luiz Paulo Cruz" userId="5e7741bb29989783" providerId="LiveId" clId="{95C88EC6-4CF1-4064-AC84-9E329B6F3B4D}" dt="2026-05-07T23:15:20.688" v="519"/>
          <ac:spMkLst>
            <pc:docMk/>
            <pc:sldMk cId="3571070204" sldId="268"/>
            <ac:spMk id="6" creationId="{D2C190A0-669A-29A2-133E-25E327B93007}"/>
          </ac:spMkLst>
        </pc:spChg>
        <pc:spChg chg="add mod">
          <ac:chgData name="Luiz Paulo Cruz" userId="5e7741bb29989783" providerId="LiveId" clId="{95C88EC6-4CF1-4064-AC84-9E329B6F3B4D}" dt="2026-05-07T23:21:45.749" v="767" actId="1076"/>
          <ac:spMkLst>
            <pc:docMk/>
            <pc:sldMk cId="3571070204" sldId="268"/>
            <ac:spMk id="7" creationId="{A35C569C-6600-4E23-1A47-20C79DE71E10}"/>
          </ac:spMkLst>
        </pc:spChg>
        <pc:spChg chg="add mod">
          <ac:chgData name="Luiz Paulo Cruz" userId="5e7741bb29989783" providerId="LiveId" clId="{95C88EC6-4CF1-4064-AC84-9E329B6F3B4D}" dt="2026-05-07T23:21:49.523" v="768" actId="1076"/>
          <ac:spMkLst>
            <pc:docMk/>
            <pc:sldMk cId="3571070204" sldId="268"/>
            <ac:spMk id="8" creationId="{146DB262-50A7-ED64-EE51-5EB40BC3A943}"/>
          </ac:spMkLst>
        </pc:spChg>
        <pc:spChg chg="add mod">
          <ac:chgData name="Luiz Paulo Cruz" userId="5e7741bb29989783" providerId="LiveId" clId="{95C88EC6-4CF1-4064-AC84-9E329B6F3B4D}" dt="2026-05-07T23:21:35.820" v="766"/>
          <ac:spMkLst>
            <pc:docMk/>
            <pc:sldMk cId="3571070204" sldId="268"/>
            <ac:spMk id="9" creationId="{F3C98C3E-16A8-BBDE-651F-F281C3D86DA4}"/>
          </ac:spMkLst>
        </pc:spChg>
        <pc:spChg chg="add mod">
          <ac:chgData name="Luiz Paulo Cruz" userId="5e7741bb29989783" providerId="LiveId" clId="{95C88EC6-4CF1-4064-AC84-9E329B6F3B4D}" dt="2026-05-07T23:22:13.561" v="770" actId="20577"/>
          <ac:spMkLst>
            <pc:docMk/>
            <pc:sldMk cId="3571070204" sldId="268"/>
            <ac:spMk id="10" creationId="{C8073183-63A8-96A3-F394-E6A83F2D2F6C}"/>
          </ac:spMkLst>
        </pc:spChg>
        <pc:spChg chg="add mod">
          <ac:chgData name="Luiz Paulo Cruz" userId="5e7741bb29989783" providerId="LiveId" clId="{95C88EC6-4CF1-4064-AC84-9E329B6F3B4D}" dt="2026-05-07T23:22:43.773" v="834" actId="20577"/>
          <ac:spMkLst>
            <pc:docMk/>
            <pc:sldMk cId="3571070204" sldId="268"/>
            <ac:spMk id="12" creationId="{A35AE5B6-797F-354E-FF4F-F793E19FCA80}"/>
          </ac:spMkLst>
        </pc:spChg>
        <pc:spChg chg="add mod">
          <ac:chgData name="Luiz Paulo Cruz" userId="5e7741bb29989783" providerId="LiveId" clId="{95C88EC6-4CF1-4064-AC84-9E329B6F3B4D}" dt="2026-05-07T23:21:35.820" v="766"/>
          <ac:spMkLst>
            <pc:docMk/>
            <pc:sldMk cId="3571070204" sldId="268"/>
            <ac:spMk id="13" creationId="{082D5624-0881-3BA6-11EC-5B21B5EB9AF6}"/>
          </ac:spMkLst>
        </pc:spChg>
        <pc:spChg chg="add mod">
          <ac:chgData name="Luiz Paulo Cruz" userId="5e7741bb29989783" providerId="LiveId" clId="{95C88EC6-4CF1-4064-AC84-9E329B6F3B4D}" dt="2026-05-07T23:23:33.398" v="869" actId="20577"/>
          <ac:spMkLst>
            <pc:docMk/>
            <pc:sldMk cId="3571070204" sldId="268"/>
            <ac:spMk id="14" creationId="{8EDCACCE-951F-CDAE-AC0B-B037048A0417}"/>
          </ac:spMkLst>
        </pc:spChg>
        <pc:picChg chg="add">
          <ac:chgData name="Luiz Paulo Cruz" userId="5e7741bb29989783" providerId="LiveId" clId="{95C88EC6-4CF1-4064-AC84-9E329B6F3B4D}" dt="2026-05-07T23:13:38.944" v="488" actId="22"/>
          <ac:picMkLst>
            <pc:docMk/>
            <pc:sldMk cId="3571070204" sldId="268"/>
            <ac:picMk id="3" creationId="{9128394B-9F16-AFC3-6708-36182611D128}"/>
          </ac:picMkLst>
        </pc:picChg>
      </pc:sldChg>
      <pc:sldChg chg="addSp modSp add mod">
        <pc:chgData name="Luiz Paulo Cruz" userId="5e7741bb29989783" providerId="LiveId" clId="{95C88EC6-4CF1-4064-AC84-9E329B6F3B4D}" dt="2026-05-07T23:33:52.626" v="1176" actId="313"/>
        <pc:sldMkLst>
          <pc:docMk/>
          <pc:sldMk cId="3060989134" sldId="269"/>
        </pc:sldMkLst>
        <pc:spChg chg="add mod">
          <ac:chgData name="Luiz Paulo Cruz" userId="5e7741bb29989783" providerId="LiveId" clId="{95C88EC6-4CF1-4064-AC84-9E329B6F3B4D}" dt="2026-05-07T23:33:52.626" v="1176" actId="313"/>
          <ac:spMkLst>
            <pc:docMk/>
            <pc:sldMk cId="3060989134" sldId="269"/>
            <ac:spMk id="4" creationId="{48A8F773-E4D7-A461-0139-1345AC1A279D}"/>
          </ac:spMkLst>
        </pc:spChg>
        <pc:picChg chg="add">
          <ac:chgData name="Luiz Paulo Cruz" userId="5e7741bb29989783" providerId="LiveId" clId="{95C88EC6-4CF1-4064-AC84-9E329B6F3B4D}" dt="2026-05-07T23:24:14.832" v="870" actId="22"/>
          <ac:picMkLst>
            <pc:docMk/>
            <pc:sldMk cId="3060989134" sldId="269"/>
            <ac:picMk id="3" creationId="{B9DE1D05-18E3-5F0A-347F-5CF9DF57B58D}"/>
          </ac:picMkLst>
        </pc:picChg>
      </pc:sldChg>
      <pc:sldChg chg="addSp modSp add mod">
        <pc:chgData name="Luiz Paulo Cruz" userId="5e7741bb29989783" providerId="LiveId" clId="{95C88EC6-4CF1-4064-AC84-9E329B6F3B4D}" dt="2026-05-07T23:26:39.558" v="1013" actId="20577"/>
        <pc:sldMkLst>
          <pc:docMk/>
          <pc:sldMk cId="2140326160" sldId="270"/>
        </pc:sldMkLst>
        <pc:spChg chg="add mod">
          <ac:chgData name="Luiz Paulo Cruz" userId="5e7741bb29989783" providerId="LiveId" clId="{95C88EC6-4CF1-4064-AC84-9E329B6F3B4D}" dt="2026-05-07T23:26:39.558" v="1013" actId="20577"/>
          <ac:spMkLst>
            <pc:docMk/>
            <pc:sldMk cId="2140326160" sldId="270"/>
            <ac:spMk id="4" creationId="{612F86A5-2E54-4090-F16D-CCE6C299D12F}"/>
          </ac:spMkLst>
        </pc:spChg>
        <pc:picChg chg="add">
          <ac:chgData name="Luiz Paulo Cruz" userId="5e7741bb29989783" providerId="LiveId" clId="{95C88EC6-4CF1-4064-AC84-9E329B6F3B4D}" dt="2026-05-07T23:25:46.377" v="926" actId="22"/>
          <ac:picMkLst>
            <pc:docMk/>
            <pc:sldMk cId="2140326160" sldId="270"/>
            <ac:picMk id="3" creationId="{5D8CF82C-2BCD-A21C-7460-461C905F5145}"/>
          </ac:picMkLst>
        </pc:picChg>
      </pc:sldChg>
      <pc:sldChg chg="addSp modSp add mod">
        <pc:chgData name="Luiz Paulo Cruz" userId="5e7741bb29989783" providerId="LiveId" clId="{95C88EC6-4CF1-4064-AC84-9E329B6F3B4D}" dt="2026-05-07T23:29:07.009" v="1099" actId="1076"/>
        <pc:sldMkLst>
          <pc:docMk/>
          <pc:sldMk cId="806654670" sldId="271"/>
        </pc:sldMkLst>
        <pc:spChg chg="add mod">
          <ac:chgData name="Luiz Paulo Cruz" userId="5e7741bb29989783" providerId="LiveId" clId="{95C88EC6-4CF1-4064-AC84-9E329B6F3B4D}" dt="2026-05-07T23:29:07.009" v="1099" actId="1076"/>
          <ac:spMkLst>
            <pc:docMk/>
            <pc:sldMk cId="806654670" sldId="271"/>
            <ac:spMk id="4" creationId="{4B906122-3518-6C26-C38B-ED3C528C4C4E}"/>
          </ac:spMkLst>
        </pc:spChg>
        <pc:picChg chg="add">
          <ac:chgData name="Luiz Paulo Cruz" userId="5e7741bb29989783" providerId="LiveId" clId="{95C88EC6-4CF1-4064-AC84-9E329B6F3B4D}" dt="2026-05-07T23:28:25.628" v="1014" actId="22"/>
          <ac:picMkLst>
            <pc:docMk/>
            <pc:sldMk cId="806654670" sldId="271"/>
            <ac:picMk id="3" creationId="{3BCF5FE4-6C22-C265-F917-8177A93BBE0B}"/>
          </ac:picMkLst>
        </pc:picChg>
      </pc:sldChg>
      <pc:sldChg chg="addSp modSp add mod">
        <pc:chgData name="Luiz Paulo Cruz" userId="5e7741bb29989783" providerId="LiveId" clId="{95C88EC6-4CF1-4064-AC84-9E329B6F3B4D}" dt="2026-05-07T23:30:55.137" v="1130" actId="20577"/>
        <pc:sldMkLst>
          <pc:docMk/>
          <pc:sldMk cId="3347072605" sldId="272"/>
        </pc:sldMkLst>
        <pc:spChg chg="add mod">
          <ac:chgData name="Luiz Paulo Cruz" userId="5e7741bb29989783" providerId="LiveId" clId="{95C88EC6-4CF1-4064-AC84-9E329B6F3B4D}" dt="2026-05-07T23:30:55.137" v="1130" actId="20577"/>
          <ac:spMkLst>
            <pc:docMk/>
            <pc:sldMk cId="3347072605" sldId="272"/>
            <ac:spMk id="4" creationId="{1A053F3F-92F6-4AF8-C7A5-EF8938097A3C}"/>
          </ac:spMkLst>
        </pc:spChg>
        <pc:picChg chg="add mod">
          <ac:chgData name="Luiz Paulo Cruz" userId="5e7741bb29989783" providerId="LiveId" clId="{95C88EC6-4CF1-4064-AC84-9E329B6F3B4D}" dt="2026-05-07T23:29:32.633" v="1101" actId="1076"/>
          <ac:picMkLst>
            <pc:docMk/>
            <pc:sldMk cId="3347072605" sldId="272"/>
            <ac:picMk id="3" creationId="{D5244664-DD03-632E-A7D2-6A238C903F0D}"/>
          </ac:picMkLst>
        </pc:picChg>
      </pc:sldChg>
      <pc:sldChg chg="addSp modSp add mod">
        <pc:chgData name="Luiz Paulo Cruz" userId="5e7741bb29989783" providerId="LiveId" clId="{95C88EC6-4CF1-4064-AC84-9E329B6F3B4D}" dt="2026-05-07T23:30:58.548" v="1131"/>
        <pc:sldMkLst>
          <pc:docMk/>
          <pc:sldMk cId="156123789" sldId="273"/>
        </pc:sldMkLst>
        <pc:spChg chg="add mod">
          <ac:chgData name="Luiz Paulo Cruz" userId="5e7741bb29989783" providerId="LiveId" clId="{95C88EC6-4CF1-4064-AC84-9E329B6F3B4D}" dt="2026-05-07T23:30:58.548" v="1131"/>
          <ac:spMkLst>
            <pc:docMk/>
            <pc:sldMk cId="156123789" sldId="273"/>
            <ac:spMk id="4" creationId="{F937030D-1E46-AAB9-876D-781F22CC8D60}"/>
          </ac:spMkLst>
        </pc:spChg>
        <pc:picChg chg="add">
          <ac:chgData name="Luiz Paulo Cruz" userId="5e7741bb29989783" providerId="LiveId" clId="{95C88EC6-4CF1-4064-AC84-9E329B6F3B4D}" dt="2026-05-07T23:30:41.594" v="1102" actId="22"/>
          <ac:picMkLst>
            <pc:docMk/>
            <pc:sldMk cId="156123789" sldId="273"/>
            <ac:picMk id="3" creationId="{CEE3AD8B-F985-5DFC-140C-B9A3F819CDD9}"/>
          </ac:picMkLst>
        </pc:picChg>
      </pc:sldChg>
      <pc:sldChg chg="addSp modSp add mod">
        <pc:chgData name="Luiz Paulo Cruz" userId="5e7741bb29989783" providerId="LiveId" clId="{95C88EC6-4CF1-4064-AC84-9E329B6F3B4D}" dt="2026-05-07T23:32:23.881" v="1171" actId="1076"/>
        <pc:sldMkLst>
          <pc:docMk/>
          <pc:sldMk cId="2287490565" sldId="274"/>
        </pc:sldMkLst>
        <pc:spChg chg="add mod">
          <ac:chgData name="Luiz Paulo Cruz" userId="5e7741bb29989783" providerId="LiveId" clId="{95C88EC6-4CF1-4064-AC84-9E329B6F3B4D}" dt="2026-05-07T23:32:23.881" v="1171" actId="1076"/>
          <ac:spMkLst>
            <pc:docMk/>
            <pc:sldMk cId="2287490565" sldId="274"/>
            <ac:spMk id="4" creationId="{D72832B6-AE16-40C5-AAFE-076957DF8E79}"/>
          </ac:spMkLst>
        </pc:spChg>
        <pc:picChg chg="add">
          <ac:chgData name="Luiz Paulo Cruz" userId="5e7741bb29989783" providerId="LiveId" clId="{95C88EC6-4CF1-4064-AC84-9E329B6F3B4D}" dt="2026-05-07T23:31:50.756" v="1132" actId="22"/>
          <ac:picMkLst>
            <pc:docMk/>
            <pc:sldMk cId="2287490565" sldId="274"/>
            <ac:picMk id="3" creationId="{C401DCA5-ABDA-D838-802E-C42A136AC046}"/>
          </ac:picMkLst>
        </pc:picChg>
      </pc:sldChg>
      <pc:sldChg chg="addSp delSp modSp add mod">
        <pc:chgData name="Luiz Paulo Cruz" userId="5e7741bb29989783" providerId="LiveId" clId="{95C88EC6-4CF1-4064-AC84-9E329B6F3B4D}" dt="2026-05-07T23:46:01.348" v="1263" actId="1076"/>
        <pc:sldMkLst>
          <pc:docMk/>
          <pc:sldMk cId="1050981576" sldId="275"/>
        </pc:sldMkLst>
        <pc:spChg chg="add mod">
          <ac:chgData name="Luiz Paulo Cruz" userId="5e7741bb29989783" providerId="LiveId" clId="{95C88EC6-4CF1-4064-AC84-9E329B6F3B4D}" dt="2026-05-07T23:46:01.348" v="1263" actId="1076"/>
          <ac:spMkLst>
            <pc:docMk/>
            <pc:sldMk cId="1050981576" sldId="275"/>
            <ac:spMk id="6" creationId="{32A5A6A2-5648-8413-F104-8D6B8B5CD590}"/>
          </ac:spMkLst>
        </pc:spChg>
        <pc:picChg chg="add mod">
          <ac:chgData name="Luiz Paulo Cruz" userId="5e7741bb29989783" providerId="LiveId" clId="{95C88EC6-4CF1-4064-AC84-9E329B6F3B4D}" dt="2026-05-07T23:45:58.221" v="1262" actId="1076"/>
          <ac:picMkLst>
            <pc:docMk/>
            <pc:sldMk cId="1050981576" sldId="275"/>
            <ac:picMk id="5" creationId="{F51CE01F-8CFF-749F-0A96-ECEA055B94CB}"/>
          </ac:picMkLst>
        </pc:picChg>
      </pc:sldChg>
      <pc:sldChg chg="addSp delSp modSp add mod">
        <pc:chgData name="Luiz Paulo Cruz" userId="5e7741bb29989783" providerId="LiveId" clId="{95C88EC6-4CF1-4064-AC84-9E329B6F3B4D}" dt="2026-05-08T10:31:57.441" v="1320" actId="313"/>
        <pc:sldMkLst>
          <pc:docMk/>
          <pc:sldMk cId="3287664620" sldId="276"/>
        </pc:sldMkLst>
        <pc:spChg chg="add mod">
          <ac:chgData name="Luiz Paulo Cruz" userId="5e7741bb29989783" providerId="LiveId" clId="{95C88EC6-4CF1-4064-AC84-9E329B6F3B4D}" dt="2026-05-08T10:31:57.441" v="1320" actId="313"/>
          <ac:spMkLst>
            <pc:docMk/>
            <pc:sldMk cId="3287664620" sldId="276"/>
            <ac:spMk id="6" creationId="{8274D929-7C9F-3437-8929-39B054E3E72E}"/>
          </ac:spMkLst>
        </pc:spChg>
        <pc:picChg chg="add">
          <ac:chgData name="Luiz Paulo Cruz" userId="5e7741bb29989783" providerId="LiveId" clId="{95C88EC6-4CF1-4064-AC84-9E329B6F3B4D}" dt="2026-05-07T23:46:56.163" v="1264" actId="22"/>
          <ac:picMkLst>
            <pc:docMk/>
            <pc:sldMk cId="3287664620" sldId="276"/>
            <ac:picMk id="4" creationId="{28E7850A-6206-DF2B-887F-E14D8BFEDF8D}"/>
          </ac:picMkLst>
        </pc:picChg>
      </pc:sldChg>
      <pc:sldChg chg="addSp add mod">
        <pc:chgData name="Luiz Paulo Cruz" userId="5e7741bb29989783" providerId="LiveId" clId="{95C88EC6-4CF1-4064-AC84-9E329B6F3B4D}" dt="2026-05-07T23:48:19.998" v="1308" actId="22"/>
        <pc:sldMkLst>
          <pc:docMk/>
          <pc:sldMk cId="2687764249" sldId="277"/>
        </pc:sldMkLst>
        <pc:picChg chg="add">
          <ac:chgData name="Luiz Paulo Cruz" userId="5e7741bb29989783" providerId="LiveId" clId="{95C88EC6-4CF1-4064-AC84-9E329B6F3B4D}" dt="2026-05-07T23:48:19.998" v="1308" actId="22"/>
          <ac:picMkLst>
            <pc:docMk/>
            <pc:sldMk cId="2687764249" sldId="277"/>
            <ac:picMk id="3" creationId="{445CCED1-4D5E-5F34-4FD7-C0C0A2B17EC8}"/>
          </ac:picMkLst>
        </pc:picChg>
      </pc:sldChg>
      <pc:sldChg chg="addSp add mod">
        <pc:chgData name="Luiz Paulo Cruz" userId="5e7741bb29989783" providerId="LiveId" clId="{95C88EC6-4CF1-4064-AC84-9E329B6F3B4D}" dt="2026-05-07T23:48:34.898" v="1309" actId="22"/>
        <pc:sldMkLst>
          <pc:docMk/>
          <pc:sldMk cId="2232103251" sldId="278"/>
        </pc:sldMkLst>
        <pc:picChg chg="add">
          <ac:chgData name="Luiz Paulo Cruz" userId="5e7741bb29989783" providerId="LiveId" clId="{95C88EC6-4CF1-4064-AC84-9E329B6F3B4D}" dt="2026-05-07T23:48:34.898" v="1309" actId="22"/>
          <ac:picMkLst>
            <pc:docMk/>
            <pc:sldMk cId="2232103251" sldId="278"/>
            <ac:picMk id="3" creationId="{276FAB1E-D38F-E3DA-C91C-A27367354397}"/>
          </ac:picMkLst>
        </pc:picChg>
      </pc:sldChg>
      <pc:sldChg chg="addSp delSp modSp add mod ord">
        <pc:chgData name="Luiz Paulo Cruz" userId="5e7741bb29989783" providerId="LiveId" clId="{95C88EC6-4CF1-4064-AC84-9E329B6F3B4D}" dt="2026-05-08T12:35:50.615" v="2292" actId="1076"/>
        <pc:sldMkLst>
          <pc:docMk/>
          <pc:sldMk cId="3559473885" sldId="279"/>
        </pc:sldMkLst>
        <pc:spChg chg="add mod">
          <ac:chgData name="Luiz Paulo Cruz" userId="5e7741bb29989783" providerId="LiveId" clId="{95C88EC6-4CF1-4064-AC84-9E329B6F3B4D}" dt="2026-05-08T10:42:54.071" v="1462" actId="1076"/>
          <ac:spMkLst>
            <pc:docMk/>
            <pc:sldMk cId="3559473885" sldId="279"/>
            <ac:spMk id="4" creationId="{568019EB-EF9E-C21E-8B89-DB5921F63DBE}"/>
          </ac:spMkLst>
        </pc:spChg>
        <pc:spChg chg="add mod">
          <ac:chgData name="Luiz Paulo Cruz" userId="5e7741bb29989783" providerId="LiveId" clId="{95C88EC6-4CF1-4064-AC84-9E329B6F3B4D}" dt="2026-05-08T10:47:46.321" v="1629" actId="1076"/>
          <ac:spMkLst>
            <pc:docMk/>
            <pc:sldMk cId="3559473885" sldId="279"/>
            <ac:spMk id="5" creationId="{BBB39957-DFE1-A2F8-E75C-F69F0EFCEF18}"/>
          </ac:spMkLst>
        </pc:spChg>
        <pc:spChg chg="add mod">
          <ac:chgData name="Luiz Paulo Cruz" userId="5e7741bb29989783" providerId="LiveId" clId="{95C88EC6-4CF1-4064-AC84-9E329B6F3B4D}" dt="2026-05-08T12:35:50.615" v="2292" actId="1076"/>
          <ac:spMkLst>
            <pc:docMk/>
            <pc:sldMk cId="3559473885" sldId="279"/>
            <ac:spMk id="6" creationId="{EF5D2ABB-505C-F3D1-6FFA-0901348BEFB2}"/>
          </ac:spMkLst>
        </pc:spChg>
        <pc:spChg chg="add mod">
          <ac:chgData name="Luiz Paulo Cruz" userId="5e7741bb29989783" providerId="LiveId" clId="{95C88EC6-4CF1-4064-AC84-9E329B6F3B4D}" dt="2026-05-08T10:48:34.784" v="1710" actId="20577"/>
          <ac:spMkLst>
            <pc:docMk/>
            <pc:sldMk cId="3559473885" sldId="279"/>
            <ac:spMk id="11" creationId="{8399810C-9B8A-193F-BCA6-B91074B30AF4}"/>
          </ac:spMkLst>
        </pc:spChg>
        <pc:picChg chg="add mod">
          <ac:chgData name="Luiz Paulo Cruz" userId="5e7741bb29989783" providerId="LiveId" clId="{95C88EC6-4CF1-4064-AC84-9E329B6F3B4D}" dt="2026-05-08T10:47:32.227" v="1624" actId="1076"/>
          <ac:picMkLst>
            <pc:docMk/>
            <pc:sldMk cId="3559473885" sldId="279"/>
            <ac:picMk id="3" creationId="{2A426192-AEEB-1730-64F8-1EFD3F54C16F}"/>
          </ac:picMkLst>
        </pc:picChg>
        <pc:picChg chg="add mod">
          <ac:chgData name="Luiz Paulo Cruz" userId="5e7741bb29989783" providerId="LiveId" clId="{95C88EC6-4CF1-4064-AC84-9E329B6F3B4D}" dt="2026-05-08T10:47:35.084" v="1625" actId="1076"/>
          <ac:picMkLst>
            <pc:docMk/>
            <pc:sldMk cId="3559473885" sldId="279"/>
            <ac:picMk id="10" creationId="{C8D7B4B9-DC4F-C019-8E42-05A0F3C23CF5}"/>
          </ac:picMkLst>
        </pc:picChg>
      </pc:sldChg>
      <pc:sldChg chg="addSp delSp modSp add mod">
        <pc:chgData name="Luiz Paulo Cruz" userId="5e7741bb29989783" providerId="LiveId" clId="{95C88EC6-4CF1-4064-AC84-9E329B6F3B4D}" dt="2026-05-08T10:41:26.561" v="1401" actId="21"/>
        <pc:sldMkLst>
          <pc:docMk/>
          <pc:sldMk cId="2130969062" sldId="280"/>
        </pc:sldMkLst>
        <pc:spChg chg="add mod">
          <ac:chgData name="Luiz Paulo Cruz" userId="5e7741bb29989783" providerId="LiveId" clId="{95C88EC6-4CF1-4064-AC84-9E329B6F3B4D}" dt="2026-05-08T10:40:23.146" v="1360" actId="207"/>
          <ac:spMkLst>
            <pc:docMk/>
            <pc:sldMk cId="2130969062" sldId="280"/>
            <ac:spMk id="4" creationId="{B26CB3DA-7594-CB92-9451-505FFDD6D17C}"/>
          </ac:spMkLst>
        </pc:spChg>
        <pc:picChg chg="add">
          <ac:chgData name="Luiz Paulo Cruz" userId="5e7741bb29989783" providerId="LiveId" clId="{95C88EC6-4CF1-4064-AC84-9E329B6F3B4D}" dt="2026-05-08T10:39:13.963" v="1323" actId="22"/>
          <ac:picMkLst>
            <pc:docMk/>
            <pc:sldMk cId="2130969062" sldId="280"/>
            <ac:picMk id="3" creationId="{AB28D9E5-2131-F121-19BD-8286144E0680}"/>
          </ac:picMkLst>
        </pc:picChg>
      </pc:sldChg>
      <pc:sldChg chg="addSp delSp modSp add mod">
        <pc:chgData name="Luiz Paulo Cruz" userId="5e7741bb29989783" providerId="LiveId" clId="{95C88EC6-4CF1-4064-AC84-9E329B6F3B4D}" dt="2026-05-08T10:55:42.776" v="2041" actId="20577"/>
        <pc:sldMkLst>
          <pc:docMk/>
          <pc:sldMk cId="4252468478" sldId="281"/>
        </pc:sldMkLst>
        <pc:spChg chg="add mod">
          <ac:chgData name="Luiz Paulo Cruz" userId="5e7741bb29989783" providerId="LiveId" clId="{95C88EC6-4CF1-4064-AC84-9E329B6F3B4D}" dt="2026-05-08T10:50:32.576" v="1752" actId="1076"/>
          <ac:spMkLst>
            <pc:docMk/>
            <pc:sldMk cId="4252468478" sldId="281"/>
            <ac:spMk id="4" creationId="{5B818883-801F-04D0-34A4-CD4B2031CAE0}"/>
          </ac:spMkLst>
        </pc:spChg>
        <pc:spChg chg="add mod">
          <ac:chgData name="Luiz Paulo Cruz" userId="5e7741bb29989783" providerId="LiveId" clId="{95C88EC6-4CF1-4064-AC84-9E329B6F3B4D}" dt="2026-05-08T10:50:53.491" v="1755" actId="1076"/>
          <ac:spMkLst>
            <pc:docMk/>
            <pc:sldMk cId="4252468478" sldId="281"/>
            <ac:spMk id="5" creationId="{93E6CDF2-100A-8D65-868B-8D0009F53BBF}"/>
          </ac:spMkLst>
        </pc:spChg>
        <pc:spChg chg="add mod">
          <ac:chgData name="Luiz Paulo Cruz" userId="5e7741bb29989783" providerId="LiveId" clId="{95C88EC6-4CF1-4064-AC84-9E329B6F3B4D}" dt="2026-05-08T10:50:46.893" v="1753"/>
          <ac:spMkLst>
            <pc:docMk/>
            <pc:sldMk cId="4252468478" sldId="281"/>
            <ac:spMk id="7" creationId="{1F0D988C-3EC4-5851-0D1C-60EB5C670879}"/>
          </ac:spMkLst>
        </pc:spChg>
        <pc:spChg chg="add mod">
          <ac:chgData name="Luiz Paulo Cruz" userId="5e7741bb29989783" providerId="LiveId" clId="{95C88EC6-4CF1-4064-AC84-9E329B6F3B4D}" dt="2026-05-08T10:55:42.776" v="2041" actId="20577"/>
          <ac:spMkLst>
            <pc:docMk/>
            <pc:sldMk cId="4252468478" sldId="281"/>
            <ac:spMk id="8" creationId="{39E12D93-17D7-13DE-BD60-8E3032B304F4}"/>
          </ac:spMkLst>
        </pc:spChg>
        <pc:spChg chg="add mod">
          <ac:chgData name="Luiz Paulo Cruz" userId="5e7741bb29989783" providerId="LiveId" clId="{95C88EC6-4CF1-4064-AC84-9E329B6F3B4D}" dt="2026-05-08T10:51:56.992" v="1836" actId="1076"/>
          <ac:spMkLst>
            <pc:docMk/>
            <pc:sldMk cId="4252468478" sldId="281"/>
            <ac:spMk id="10" creationId="{7D164C31-75E5-99F2-B342-6B0E790E3C6B}"/>
          </ac:spMkLst>
        </pc:spChg>
        <pc:spChg chg="add mod">
          <ac:chgData name="Luiz Paulo Cruz" userId="5e7741bb29989783" providerId="LiveId" clId="{95C88EC6-4CF1-4064-AC84-9E329B6F3B4D}" dt="2026-05-08T10:54:34.233" v="2032" actId="20577"/>
          <ac:spMkLst>
            <pc:docMk/>
            <pc:sldMk cId="4252468478" sldId="281"/>
            <ac:spMk id="11" creationId="{C4548B48-06D5-1A4A-8E58-0BC1675FAB5E}"/>
          </ac:spMkLst>
        </pc:spChg>
        <pc:picChg chg="add mod">
          <ac:chgData name="Luiz Paulo Cruz" userId="5e7741bb29989783" providerId="LiveId" clId="{95C88EC6-4CF1-4064-AC84-9E329B6F3B4D}" dt="2026-05-08T10:50:50.981" v="1754" actId="1076"/>
          <ac:picMkLst>
            <pc:docMk/>
            <pc:sldMk cId="4252468478" sldId="281"/>
            <ac:picMk id="3" creationId="{A2C3C0D2-5E39-DE25-093D-C0CC1EDB5B72}"/>
          </ac:picMkLst>
        </pc:picChg>
        <pc:picChg chg="add mod">
          <ac:chgData name="Luiz Paulo Cruz" userId="5e7741bb29989783" providerId="LiveId" clId="{95C88EC6-4CF1-4064-AC84-9E329B6F3B4D}" dt="2026-05-08T10:50:46.893" v="1753"/>
          <ac:picMkLst>
            <pc:docMk/>
            <pc:sldMk cId="4252468478" sldId="281"/>
            <ac:picMk id="6" creationId="{169FC9EF-13C7-4FB8-7AB8-AEDC81F2BFF2}"/>
          </ac:picMkLst>
        </pc:picChg>
      </pc:sldChg>
      <pc:sldChg chg="addSp modSp add mod">
        <pc:chgData name="Luiz Paulo Cruz" userId="5e7741bb29989783" providerId="LiveId" clId="{95C88EC6-4CF1-4064-AC84-9E329B6F3B4D}" dt="2026-05-08T10:55:20.206" v="2035"/>
        <pc:sldMkLst>
          <pc:docMk/>
          <pc:sldMk cId="1942038319" sldId="282"/>
        </pc:sldMkLst>
        <pc:spChg chg="add mod">
          <ac:chgData name="Luiz Paulo Cruz" userId="5e7741bb29989783" providerId="LiveId" clId="{95C88EC6-4CF1-4064-AC84-9E329B6F3B4D}" dt="2026-05-08T10:55:20.206" v="2035"/>
          <ac:spMkLst>
            <pc:docMk/>
            <pc:sldMk cId="1942038319" sldId="282"/>
            <ac:spMk id="4" creationId="{7E273A8B-5F11-762D-A0A8-D07194C65061}"/>
          </ac:spMkLst>
        </pc:spChg>
        <pc:spChg chg="add mod">
          <ac:chgData name="Luiz Paulo Cruz" userId="5e7741bb29989783" providerId="LiveId" clId="{95C88EC6-4CF1-4064-AC84-9E329B6F3B4D}" dt="2026-05-08T10:55:20.206" v="2035"/>
          <ac:spMkLst>
            <pc:docMk/>
            <pc:sldMk cId="1942038319" sldId="282"/>
            <ac:spMk id="6" creationId="{3C74BF25-405C-634C-0ADC-CDB6DE9C0056}"/>
          </ac:spMkLst>
        </pc:spChg>
        <pc:spChg chg="add mod">
          <ac:chgData name="Luiz Paulo Cruz" userId="5e7741bb29989783" providerId="LiveId" clId="{95C88EC6-4CF1-4064-AC84-9E329B6F3B4D}" dt="2026-05-08T10:55:20.206" v="2035"/>
          <ac:spMkLst>
            <pc:docMk/>
            <pc:sldMk cId="1942038319" sldId="282"/>
            <ac:spMk id="7" creationId="{DEB3691A-0E5A-FC58-0C48-B667A139EB3C}"/>
          </ac:spMkLst>
        </pc:spChg>
        <pc:picChg chg="add mod">
          <ac:chgData name="Luiz Paulo Cruz" userId="5e7741bb29989783" providerId="LiveId" clId="{95C88EC6-4CF1-4064-AC84-9E329B6F3B4D}" dt="2026-05-08T10:55:12.535" v="2034" actId="1076"/>
          <ac:picMkLst>
            <pc:docMk/>
            <pc:sldMk cId="1942038319" sldId="282"/>
            <ac:picMk id="3" creationId="{A8723A8E-0E37-7D51-2CDC-3D23D4A820E0}"/>
          </ac:picMkLst>
        </pc:picChg>
        <pc:picChg chg="add mod">
          <ac:chgData name="Luiz Paulo Cruz" userId="5e7741bb29989783" providerId="LiveId" clId="{95C88EC6-4CF1-4064-AC84-9E329B6F3B4D}" dt="2026-05-08T10:55:20.206" v="2035"/>
          <ac:picMkLst>
            <pc:docMk/>
            <pc:sldMk cId="1942038319" sldId="282"/>
            <ac:picMk id="5" creationId="{AEE62FEE-DE63-E810-5191-61C0B9AD0D83}"/>
          </ac:picMkLst>
        </pc:picChg>
      </pc:sldChg>
      <pc:sldChg chg="addSp modSp add">
        <pc:chgData name="Luiz Paulo Cruz" userId="5e7741bb29989783" providerId="LiveId" clId="{95C88EC6-4CF1-4064-AC84-9E329B6F3B4D}" dt="2026-05-09T14:25:52.426" v="2298"/>
        <pc:sldMkLst>
          <pc:docMk/>
          <pc:sldMk cId="2171088490" sldId="283"/>
        </pc:sldMkLst>
        <pc:spChg chg="add mod">
          <ac:chgData name="Luiz Paulo Cruz" userId="5e7741bb29989783" providerId="LiveId" clId="{95C88EC6-4CF1-4064-AC84-9E329B6F3B4D}" dt="2026-05-09T14:25:52.426" v="2298"/>
          <ac:spMkLst>
            <pc:docMk/>
            <pc:sldMk cId="2171088490" sldId="283"/>
            <ac:spMk id="2" creationId="{00E8EC88-39F9-209F-A0C9-B903854D906F}"/>
          </ac:spMkLst>
        </pc:spChg>
      </pc:sldChg>
      <pc:sldChg chg="addSp add mod">
        <pc:chgData name="Luiz Paulo Cruz" userId="5e7741bb29989783" providerId="LiveId" clId="{95C88EC6-4CF1-4064-AC84-9E329B6F3B4D}" dt="2026-05-09T14:23:52.262" v="2293" actId="22"/>
        <pc:sldMkLst>
          <pc:docMk/>
          <pc:sldMk cId="191237543" sldId="284"/>
        </pc:sldMkLst>
        <pc:picChg chg="add">
          <ac:chgData name="Luiz Paulo Cruz" userId="5e7741bb29989783" providerId="LiveId" clId="{95C88EC6-4CF1-4064-AC84-9E329B6F3B4D}" dt="2026-05-09T14:23:52.262" v="2293" actId="22"/>
          <ac:picMkLst>
            <pc:docMk/>
            <pc:sldMk cId="191237543" sldId="284"/>
            <ac:picMk id="3" creationId="{87DFE8EC-7E0E-4D2B-5C63-484C77684A61}"/>
          </ac:picMkLst>
        </pc:picChg>
      </pc:sldChg>
      <pc:sldChg chg="addSp add mod">
        <pc:chgData name="Luiz Paulo Cruz" userId="5e7741bb29989783" providerId="LiveId" clId="{95C88EC6-4CF1-4064-AC84-9E329B6F3B4D}" dt="2026-05-09T14:24:03.936" v="2294" actId="22"/>
        <pc:sldMkLst>
          <pc:docMk/>
          <pc:sldMk cId="3612958015" sldId="285"/>
        </pc:sldMkLst>
        <pc:picChg chg="add">
          <ac:chgData name="Luiz Paulo Cruz" userId="5e7741bb29989783" providerId="LiveId" clId="{95C88EC6-4CF1-4064-AC84-9E329B6F3B4D}" dt="2026-05-09T14:24:03.936" v="2294" actId="22"/>
          <ac:picMkLst>
            <pc:docMk/>
            <pc:sldMk cId="3612958015" sldId="285"/>
            <ac:picMk id="3" creationId="{D2EB63D7-F0FE-A99E-B6BF-ED3DF1CF6DD8}"/>
          </ac:picMkLst>
        </pc:picChg>
      </pc:sldChg>
      <pc:sldChg chg="addSp add mod">
        <pc:chgData name="Luiz Paulo Cruz" userId="5e7741bb29989783" providerId="LiveId" clId="{95C88EC6-4CF1-4064-AC84-9E329B6F3B4D}" dt="2026-05-09T14:25:03.071" v="2295" actId="22"/>
        <pc:sldMkLst>
          <pc:docMk/>
          <pc:sldMk cId="874846508" sldId="286"/>
        </pc:sldMkLst>
        <pc:picChg chg="add">
          <ac:chgData name="Luiz Paulo Cruz" userId="5e7741bb29989783" providerId="LiveId" clId="{95C88EC6-4CF1-4064-AC84-9E329B6F3B4D}" dt="2026-05-09T14:25:03.071" v="2295" actId="22"/>
          <ac:picMkLst>
            <pc:docMk/>
            <pc:sldMk cId="874846508" sldId="286"/>
            <ac:picMk id="3" creationId="{9141E0EC-9C16-B9E0-0C05-60593D704C43}"/>
          </ac:picMkLst>
        </pc:picChg>
      </pc:sldChg>
      <pc:sldChg chg="addSp add mod">
        <pc:chgData name="Luiz Paulo Cruz" userId="5e7741bb29989783" providerId="LiveId" clId="{95C88EC6-4CF1-4064-AC84-9E329B6F3B4D}" dt="2026-05-09T14:25:24.410" v="2296" actId="22"/>
        <pc:sldMkLst>
          <pc:docMk/>
          <pc:sldMk cId="3623636671" sldId="287"/>
        </pc:sldMkLst>
        <pc:picChg chg="add">
          <ac:chgData name="Luiz Paulo Cruz" userId="5e7741bb29989783" providerId="LiveId" clId="{95C88EC6-4CF1-4064-AC84-9E329B6F3B4D}" dt="2026-05-09T14:25:24.410" v="2296" actId="22"/>
          <ac:picMkLst>
            <pc:docMk/>
            <pc:sldMk cId="3623636671" sldId="287"/>
            <ac:picMk id="3" creationId="{3FE694A1-BD82-0699-BC1E-45D8D87B9B03}"/>
          </ac:picMkLst>
        </pc:picChg>
      </pc:sldChg>
      <pc:sldChg chg="addSp add mod">
        <pc:chgData name="Luiz Paulo Cruz" userId="5e7741bb29989783" providerId="LiveId" clId="{95C88EC6-4CF1-4064-AC84-9E329B6F3B4D}" dt="2026-05-09T14:25:40.574" v="2297" actId="22"/>
        <pc:sldMkLst>
          <pc:docMk/>
          <pc:sldMk cId="1589184613" sldId="288"/>
        </pc:sldMkLst>
        <pc:picChg chg="add">
          <ac:chgData name="Luiz Paulo Cruz" userId="5e7741bb29989783" providerId="LiveId" clId="{95C88EC6-4CF1-4064-AC84-9E329B6F3B4D}" dt="2026-05-09T14:25:40.574" v="2297" actId="22"/>
          <ac:picMkLst>
            <pc:docMk/>
            <pc:sldMk cId="1589184613" sldId="288"/>
            <ac:picMk id="3" creationId="{D4D43814-A3F4-B66E-E2E2-59195B8B292E}"/>
          </ac:picMkLst>
        </pc:picChg>
      </pc:sldChg>
      <pc:sldChg chg="addSp add mod">
        <pc:chgData name="Luiz Paulo Cruz" userId="5e7741bb29989783" providerId="LiveId" clId="{95C88EC6-4CF1-4064-AC84-9E329B6F3B4D}" dt="2026-05-10T11:18:21.432" v="2299" actId="22"/>
        <pc:sldMkLst>
          <pc:docMk/>
          <pc:sldMk cId="3867294728" sldId="289"/>
        </pc:sldMkLst>
        <pc:picChg chg="add">
          <ac:chgData name="Luiz Paulo Cruz" userId="5e7741bb29989783" providerId="LiveId" clId="{95C88EC6-4CF1-4064-AC84-9E329B6F3B4D}" dt="2026-05-10T11:18:21.432" v="2299" actId="22"/>
          <ac:picMkLst>
            <pc:docMk/>
            <pc:sldMk cId="3867294728" sldId="289"/>
            <ac:picMk id="3" creationId="{8D78A27B-4367-0526-322D-E0DA81563CE6}"/>
          </ac:picMkLst>
        </pc:picChg>
      </pc:sldChg>
      <pc:sldChg chg="add">
        <pc:chgData name="Luiz Paulo Cruz" userId="5e7741bb29989783" providerId="LiveId" clId="{95C88EC6-4CF1-4064-AC84-9E329B6F3B4D}" dt="2026-05-07T23:42:12.048" v="1187"/>
        <pc:sldMkLst>
          <pc:docMk/>
          <pc:sldMk cId="1136056642" sldId="290"/>
        </pc:sldMkLst>
      </pc:sldChg>
      <pc:sldChg chg="add">
        <pc:chgData name="Luiz Paulo Cruz" userId="5e7741bb29989783" providerId="LiveId" clId="{95C88EC6-4CF1-4064-AC84-9E329B6F3B4D}" dt="2026-05-07T23:42:12.048" v="1187"/>
        <pc:sldMkLst>
          <pc:docMk/>
          <pc:sldMk cId="28200662" sldId="291"/>
        </pc:sldMkLst>
      </pc:sldChg>
      <pc:sldChg chg="add">
        <pc:chgData name="Luiz Paulo Cruz" userId="5e7741bb29989783" providerId="LiveId" clId="{95C88EC6-4CF1-4064-AC84-9E329B6F3B4D}" dt="2026-05-07T23:42:12.048" v="1187"/>
        <pc:sldMkLst>
          <pc:docMk/>
          <pc:sldMk cId="938585199" sldId="292"/>
        </pc:sldMkLst>
      </pc:sldChg>
      <pc:sldChg chg="add">
        <pc:chgData name="Luiz Paulo Cruz" userId="5e7741bb29989783" providerId="LiveId" clId="{95C88EC6-4CF1-4064-AC84-9E329B6F3B4D}" dt="2026-05-07T23:42:12.048" v="1187"/>
        <pc:sldMkLst>
          <pc:docMk/>
          <pc:sldMk cId="128334490" sldId="293"/>
        </pc:sldMkLst>
      </pc:sldChg>
      <pc:sldChg chg="delSp modSp add mod">
        <pc:chgData name="Luiz Paulo Cruz" userId="5e7741bb29989783" providerId="LiveId" clId="{95C88EC6-4CF1-4064-AC84-9E329B6F3B4D}" dt="2026-05-07T23:45:25.629" v="1246" actId="1076"/>
        <pc:sldMkLst>
          <pc:docMk/>
          <pc:sldMk cId="3732390833" sldId="294"/>
        </pc:sldMkLst>
        <pc:spChg chg="mod">
          <ac:chgData name="Luiz Paulo Cruz" userId="5e7741bb29989783" providerId="LiveId" clId="{95C88EC6-4CF1-4064-AC84-9E329B6F3B4D}" dt="2026-05-07T23:45:25.629" v="1246" actId="1076"/>
          <ac:spMkLst>
            <pc:docMk/>
            <pc:sldMk cId="3732390833" sldId="294"/>
            <ac:spMk id="9" creationId="{75E3C4D1-826F-B243-C8DB-EF3E4CDEA76A}"/>
          </ac:spMkLst>
        </pc:spChg>
      </pc:sldChg>
      <pc:sldChg chg="modSp add mod">
        <pc:chgData name="Luiz Paulo Cruz" userId="5e7741bb29989783" providerId="LiveId" clId="{95C88EC6-4CF1-4064-AC84-9E329B6F3B4D}" dt="2026-05-07T23:45:42.198" v="1259" actId="20577"/>
        <pc:sldMkLst>
          <pc:docMk/>
          <pc:sldMk cId="2236152833" sldId="295"/>
        </pc:sldMkLst>
        <pc:spChg chg="mod">
          <ac:chgData name="Luiz Paulo Cruz" userId="5e7741bb29989783" providerId="LiveId" clId="{95C88EC6-4CF1-4064-AC84-9E329B6F3B4D}" dt="2026-05-07T23:45:42.198" v="1259" actId="20577"/>
          <ac:spMkLst>
            <pc:docMk/>
            <pc:sldMk cId="2236152833" sldId="295"/>
            <ac:spMk id="9" creationId="{35B8A159-6856-42EB-F89F-276E70919CEA}"/>
          </ac:spMkLst>
        </pc:spChg>
      </pc:sldChg>
      <pc:sldChg chg="modSp add mod">
        <pc:chgData name="Luiz Paulo Cruz" userId="5e7741bb29989783" providerId="LiveId" clId="{95C88EC6-4CF1-4064-AC84-9E329B6F3B4D}" dt="2026-05-08T10:29:24.620" v="1317" actId="20577"/>
        <pc:sldMkLst>
          <pc:docMk/>
          <pc:sldMk cId="3034397572" sldId="296"/>
        </pc:sldMkLst>
        <pc:spChg chg="mod">
          <ac:chgData name="Luiz Paulo Cruz" userId="5e7741bb29989783" providerId="LiveId" clId="{95C88EC6-4CF1-4064-AC84-9E329B6F3B4D}" dt="2026-05-08T10:29:24.620" v="1317" actId="20577"/>
          <ac:spMkLst>
            <pc:docMk/>
            <pc:sldMk cId="3034397572" sldId="296"/>
            <ac:spMk id="9" creationId="{CE07BEBD-4517-5C27-A7F3-AA2AC15D0D51}"/>
          </ac:spMkLst>
        </pc:spChg>
      </pc:sldChg>
      <pc:sldChg chg="delSp modSp add mod">
        <pc:chgData name="Luiz Paulo Cruz" userId="5e7741bb29989783" providerId="LiveId" clId="{95C88EC6-4CF1-4064-AC84-9E329B6F3B4D}" dt="2026-05-08T10:59:23.080" v="2289" actId="20577"/>
        <pc:sldMkLst>
          <pc:docMk/>
          <pc:sldMk cId="3274179666" sldId="297"/>
        </pc:sldMkLst>
        <pc:spChg chg="mod">
          <ac:chgData name="Luiz Paulo Cruz" userId="5e7741bb29989783" providerId="LiveId" clId="{95C88EC6-4CF1-4064-AC84-9E329B6F3B4D}" dt="2026-05-08T10:59:23.080" v="2289" actId="20577"/>
          <ac:spMkLst>
            <pc:docMk/>
            <pc:sldMk cId="3274179666" sldId="297"/>
            <ac:spMk id="5" creationId="{0703E93C-6E7A-6218-6574-A1B6AFD8A41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583B43-5169-4691-B0C0-A22A95F3EE16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BCE867-FC76-4BB1-8006-C04D063B00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3466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CE867-FC76-4BB1-8006-C04D063B00D3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9593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412FED-2257-79BE-E7A4-67498C055F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3C03A0-50CD-F63C-2C68-4FAB9EC777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ADFAB7-3A55-025C-BF98-426F65C77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E8E6-BA41-4D49-8ECA-9AACB1D20085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3572CD-404D-27C0-1C96-7B5E6D593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2C5B83-B93F-CBE1-27B4-38D3561A1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85BC6-53AA-4FA5-8F70-1B52C70352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1232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FFE4F0-4F8D-AD26-6D2F-ADA259C41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F1191F-EC94-C16D-C73D-B2FE62B2B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F6B102-691C-9D45-2106-D8301ABE7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E8E6-BA41-4D49-8ECA-9AACB1D20085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EC40BF-A46F-C429-76DF-AAAF379D2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D593C6-5B95-CCC4-A62F-42DF5D9BE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85BC6-53AA-4FA5-8F70-1B52C70352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205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389C87-715C-66BF-C50B-2752F4DBE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F615FDF-29B6-789C-2333-BC980A57A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743D94-5931-8202-AD82-6D9DC7C0D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E8E6-BA41-4D49-8ECA-9AACB1D20085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84F17F-987E-19B1-6B12-40841EEC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03716F-8B42-3792-E79A-F7292B4DD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85BC6-53AA-4FA5-8F70-1B52C70352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1083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68F619-8BCD-0BC4-8FF1-10AD92835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5F82D0-3856-DBDB-783A-382A9FB74F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BDCA058-B5A2-0436-4B23-808B0C5282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1EB061F-EA91-A402-E78D-51CEDEADE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E8E6-BA41-4D49-8ECA-9AACB1D20085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D823BE7-E797-0D7F-785E-23101DFC7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3D803EC-8235-5210-AC68-4589AD28E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85BC6-53AA-4FA5-8F70-1B52C70352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3115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8FFF74-F25A-4D03-5CE9-201A90816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DF4AB80-9992-99D5-66C0-D6AF26D54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05A604E-17DD-D037-3B30-05B01B40A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5170689-4CAA-2879-6846-951B01A433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AFDB35C-63F6-F901-9546-C5D92F6614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49F38B6-2C4E-935C-CC23-F39B38C75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E8E6-BA41-4D49-8ECA-9AACB1D20085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645C16E-268E-1252-B576-6F7E15788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FE75638-401C-9658-C872-51980C8D9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85BC6-53AA-4FA5-8F70-1B52C70352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8892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3FF27B-87CA-E81A-16E9-CA50B3731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5A7DB5C-D59E-EEBD-D12F-02BEA560F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E8E6-BA41-4D49-8ECA-9AACB1D20085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3047A3A-F9D7-5A22-93EE-CF8A911DC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E722D82-7B52-A6C4-0E13-43B93BCA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85BC6-53AA-4FA5-8F70-1B52C70352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5672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8AA2141-1D4D-1A38-21C4-F1917FB58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E8E6-BA41-4D49-8ECA-9AACB1D20085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9EB6446-8061-E4DA-B3D9-ECE717922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ED4C830-146C-33B9-D288-62CBF4214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85BC6-53AA-4FA5-8F70-1B52C70352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8863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1F8E65-C92C-8225-049E-D9BE0DC4B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3F9E94-D4CE-7524-F0B3-ED36CC570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F28645F-5BD3-D470-11E2-9B7622E7E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E14992A-34BD-9CF8-E0B7-F0D59BFDB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E8E6-BA41-4D49-8ECA-9AACB1D20085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FA43A68-607D-0B25-1776-CA459EDB1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A1C2AAC-4F8F-E2F2-0DE5-564418E94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85BC6-53AA-4FA5-8F70-1B52C70352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8711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E2F376-B4E7-39CD-F0AD-7B26B3491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D0C5A31-4180-C839-3CB0-D9D9EF8940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89A0E0C-6958-82A0-9BD2-2764DD0152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2D75D3C-CA76-FCE2-0385-2A1696163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E8E6-BA41-4D49-8ECA-9AACB1D20085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F6CB1AA-960E-F11A-7A30-175FA3540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9701091-8EE1-68D1-363E-19E49F19D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85BC6-53AA-4FA5-8F70-1B52C70352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5095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65D1A-0DBC-9793-F328-587B759E8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52190EB-F519-122F-B2EC-2FEA603A2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94ED82-F321-86B8-3E6F-6F8CE5A91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E8E6-BA41-4D49-8ECA-9AACB1D20085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41135D-E616-6B23-03D4-8CB652E93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5B2723-50EF-1011-C7EF-7707E234C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85BC6-53AA-4FA5-8F70-1B52C70352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4959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2FA307B-796E-5F49-161E-3A34FE0943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373A072-CB87-C00A-69D2-B4C09A3625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D2DDEF-70C6-3465-68F7-548386455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E8E6-BA41-4D49-8ECA-9AACB1D20085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30B65D-4AAF-9D04-4DB0-E92E89328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AE0895-75BE-4BB2-E2D0-4C24DCA41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85BC6-53AA-4FA5-8F70-1B52C70352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6979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986D812-88F3-99F6-E112-55599A640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AC504BE-8922-92E0-A7E3-01CEDB290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52EC9D-08CC-5E3E-6228-828BF23CD7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B6E8E6-BA41-4D49-8ECA-9AACB1D20085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249BBF-6579-E109-16CB-D368E85B6D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A969F8-4DCC-D9E5-54E7-0E8163A7C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685BC6-53AA-4FA5-8F70-1B52C70352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0437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F9497F7-0A10-2AC4-7DAE-08FA1573A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03" y="452022"/>
            <a:ext cx="10345594" cy="595395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11F8D58-5218-F512-AB88-B6A28587CA0A}"/>
              </a:ext>
            </a:extLst>
          </p:cNvPr>
          <p:cNvSpPr txBox="1"/>
          <p:nvPr/>
        </p:nvSpPr>
        <p:spPr>
          <a:xfrm>
            <a:off x="1280160" y="5029200"/>
            <a:ext cx="3032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Onde esta tela será aplicada?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38022452-2E05-3D57-D03F-F65F041E1C3A}"/>
              </a:ext>
            </a:extLst>
          </p:cNvPr>
          <p:cNvCxnSpPr/>
          <p:nvPr/>
        </p:nvCxnSpPr>
        <p:spPr>
          <a:xfrm flipH="1" flipV="1">
            <a:off x="5820032" y="580768"/>
            <a:ext cx="741406" cy="23477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7EA72CEB-292D-1ACC-0904-484477F18F05}"/>
              </a:ext>
            </a:extLst>
          </p:cNvPr>
          <p:cNvCxnSpPr/>
          <p:nvPr/>
        </p:nvCxnSpPr>
        <p:spPr>
          <a:xfrm flipV="1">
            <a:off x="5770605" y="543697"/>
            <a:ext cx="642552" cy="28420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4A015BC-4D55-71F8-5CE1-16106E61CB87}"/>
              </a:ext>
            </a:extLst>
          </p:cNvPr>
          <p:cNvSpPr txBox="1"/>
          <p:nvPr/>
        </p:nvSpPr>
        <p:spPr>
          <a:xfrm>
            <a:off x="1407847" y="1301578"/>
            <a:ext cx="1075861" cy="36933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Retirar</a:t>
            </a: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CAD75035-4A26-703D-2F56-7482999C3FE5}"/>
              </a:ext>
            </a:extLst>
          </p:cNvPr>
          <p:cNvCxnSpPr>
            <a:cxnSpLocks/>
          </p:cNvCxnSpPr>
          <p:nvPr/>
        </p:nvCxnSpPr>
        <p:spPr>
          <a:xfrm flipV="1">
            <a:off x="2533135" y="729049"/>
            <a:ext cx="3237470" cy="753762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130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28449-5A2E-0A15-95B8-23620B61E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CE07BEBD-4517-5C27-A7F3-AA2AC15D0D51}"/>
              </a:ext>
            </a:extLst>
          </p:cNvPr>
          <p:cNvSpPr txBox="1"/>
          <p:nvPr/>
        </p:nvSpPr>
        <p:spPr>
          <a:xfrm>
            <a:off x="3170948" y="2593009"/>
            <a:ext cx="676388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3600" dirty="0"/>
              <a:t>Estudo </a:t>
            </a:r>
            <a:r>
              <a:rPr lang="pt-BR" sz="3600" dirty="0" err="1"/>
              <a:t>Onboard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034397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9B9FFC5-8544-0960-7075-E5B9371E6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24" y="452022"/>
            <a:ext cx="10402752" cy="595395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AF48979-5E85-1396-4AA6-8A9A40A98CD1}"/>
              </a:ext>
            </a:extLst>
          </p:cNvPr>
          <p:cNvSpPr txBox="1"/>
          <p:nvPr/>
        </p:nvSpPr>
        <p:spPr>
          <a:xfrm>
            <a:off x="1280160" y="5029200"/>
            <a:ext cx="1685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Tela Aprovada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ECEA84B-0656-440D-9EE4-B8C0B855EA84}"/>
              </a:ext>
            </a:extLst>
          </p:cNvPr>
          <p:cNvSpPr txBox="1"/>
          <p:nvPr/>
        </p:nvSpPr>
        <p:spPr>
          <a:xfrm>
            <a:off x="9167890" y="1919416"/>
            <a:ext cx="168546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Falta Gerar essa tela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20075957-6CE6-EFB4-1CC5-9309B7C90A0C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7475838" y="2100649"/>
            <a:ext cx="1692052" cy="1419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1126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C341D-DEC9-7C9D-4AF1-FDEC83BCE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28EE79D-A787-E287-801A-3D139D6AC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98" y="456785"/>
            <a:ext cx="10421804" cy="594443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86388E43-FFAC-A1D3-6B90-6141B20F166C}"/>
              </a:ext>
            </a:extLst>
          </p:cNvPr>
          <p:cNvSpPr txBox="1"/>
          <p:nvPr/>
        </p:nvSpPr>
        <p:spPr>
          <a:xfrm>
            <a:off x="8092852" y="5342238"/>
            <a:ext cx="311472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Corrigir: </a:t>
            </a:r>
            <a:r>
              <a:rPr lang="en-US" dirty="0"/>
              <a:t>© 2026 </a:t>
            </a:r>
            <a:r>
              <a:rPr lang="en-US" dirty="0" err="1"/>
              <a:t>iPYSY</a:t>
            </a:r>
            <a:r>
              <a:rPr lang="en-US" dirty="0"/>
              <a:t> · Intelligence for Decisions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EFA1C89E-577A-05C5-EABA-922A1CDDBD99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6277232" y="5665404"/>
            <a:ext cx="1815620" cy="45852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32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4DBF7-992A-9528-8A3C-4C4754FE1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18E67FC-4BD7-6400-F0B3-235F71B98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440" y="466311"/>
            <a:ext cx="10355120" cy="5925377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1DDE04B-3A94-3438-B92D-2F27E8A032D0}"/>
              </a:ext>
            </a:extLst>
          </p:cNvPr>
          <p:cNvSpPr txBox="1"/>
          <p:nvPr/>
        </p:nvSpPr>
        <p:spPr>
          <a:xfrm>
            <a:off x="8092852" y="5342238"/>
            <a:ext cx="311472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Corrigir: </a:t>
            </a:r>
            <a:r>
              <a:rPr lang="en-US" dirty="0"/>
              <a:t>© 2026 </a:t>
            </a:r>
            <a:r>
              <a:rPr lang="en-US" dirty="0" err="1"/>
              <a:t>iPYSY</a:t>
            </a:r>
            <a:r>
              <a:rPr lang="en-US" dirty="0"/>
              <a:t> · Intelligence for Decisions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3D5B9195-0F04-F51A-D7C5-93095E195474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6277232" y="5665404"/>
            <a:ext cx="1815620" cy="45852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738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7AEEC-6EAC-6325-DA6D-BDE7365E6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ED9B37F-8B27-5B25-DA44-081EB97DC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24" y="404390"/>
            <a:ext cx="10402752" cy="604921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1FFF189-BD2E-02EB-994D-DB6856C85F0F}"/>
              </a:ext>
            </a:extLst>
          </p:cNvPr>
          <p:cNvSpPr txBox="1"/>
          <p:nvPr/>
        </p:nvSpPr>
        <p:spPr>
          <a:xfrm>
            <a:off x="8092852" y="5342238"/>
            <a:ext cx="311472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Corrigir: </a:t>
            </a:r>
            <a:r>
              <a:rPr lang="en-US" dirty="0"/>
              <a:t>© 2026 </a:t>
            </a:r>
            <a:r>
              <a:rPr lang="en-US" dirty="0" err="1"/>
              <a:t>iPYSY</a:t>
            </a:r>
            <a:r>
              <a:rPr lang="en-US" dirty="0"/>
              <a:t> · Intelligence for Decisions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EE68A271-A12B-E8DA-E62B-7894786003F6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6277232" y="5665404"/>
            <a:ext cx="1815620" cy="45852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308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3B7AA-450C-6E39-E15F-BC9DAB49E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B38673E-E255-C1A4-B9DC-EB152B0AD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03" y="466311"/>
            <a:ext cx="10345594" cy="5925377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DCA590D-B4A3-21CB-6614-249C33B5417B}"/>
              </a:ext>
            </a:extLst>
          </p:cNvPr>
          <p:cNvSpPr txBox="1"/>
          <p:nvPr/>
        </p:nvSpPr>
        <p:spPr>
          <a:xfrm>
            <a:off x="8092852" y="5342238"/>
            <a:ext cx="311472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Corrigir: </a:t>
            </a:r>
            <a:r>
              <a:rPr lang="en-US" dirty="0"/>
              <a:t>© 2026 </a:t>
            </a:r>
            <a:r>
              <a:rPr lang="en-US" dirty="0" err="1"/>
              <a:t>iPYSY</a:t>
            </a:r>
            <a:r>
              <a:rPr lang="en-US" dirty="0"/>
              <a:t> · Intelligence for Decisions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64E37405-C21A-EC9B-1CD5-0483DBF018B3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6277232" y="5665404"/>
            <a:ext cx="1815620" cy="45852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FCA7CEA4-9015-7A20-6C70-ED6589D3AE59}"/>
              </a:ext>
            </a:extLst>
          </p:cNvPr>
          <p:cNvSpPr txBox="1"/>
          <p:nvPr/>
        </p:nvSpPr>
        <p:spPr>
          <a:xfrm>
            <a:off x="7911620" y="2028682"/>
            <a:ext cx="3114726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Inserir um campo </a:t>
            </a:r>
            <a:r>
              <a:rPr lang="pt-BR" dirty="0" err="1"/>
              <a:t>Nickname</a:t>
            </a:r>
            <a:r>
              <a:rPr lang="pt-BR" dirty="0"/>
              <a:t> para o usuário inserir o nome que aparecerá para outros </a:t>
            </a:r>
            <a:r>
              <a:rPr lang="pt-BR" dirty="0" err="1"/>
              <a:t>usuarios</a:t>
            </a:r>
            <a:endParaRPr lang="en-US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A3E052F-C5B5-F14B-35C1-54629F6015C0}"/>
              </a:ext>
            </a:extLst>
          </p:cNvPr>
          <p:cNvSpPr/>
          <p:nvPr/>
        </p:nvSpPr>
        <p:spPr>
          <a:xfrm>
            <a:off x="4090086" y="4015946"/>
            <a:ext cx="4002766" cy="2214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F20D0043-E14C-8C86-47AB-424C9AF42F67}"/>
              </a:ext>
            </a:extLst>
          </p:cNvPr>
          <p:cNvCxnSpPr>
            <a:cxnSpLocks/>
          </p:cNvCxnSpPr>
          <p:nvPr/>
        </p:nvCxnSpPr>
        <p:spPr>
          <a:xfrm flipH="1">
            <a:off x="4868562" y="2351848"/>
            <a:ext cx="3043058" cy="17011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7012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26579-A0E2-A3AA-5CD8-8905C35C8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6E7782F-3A84-54BF-323F-D2A690BD4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71" y="447259"/>
            <a:ext cx="10440857" cy="596348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804F6F01-B223-AA15-0BCA-1E7624DF7DEE}"/>
              </a:ext>
            </a:extLst>
          </p:cNvPr>
          <p:cNvSpPr txBox="1"/>
          <p:nvPr/>
        </p:nvSpPr>
        <p:spPr>
          <a:xfrm>
            <a:off x="8092852" y="5342238"/>
            <a:ext cx="311472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Corrigir: </a:t>
            </a:r>
            <a:r>
              <a:rPr lang="en-US" dirty="0"/>
              <a:t>© 2026 </a:t>
            </a:r>
            <a:r>
              <a:rPr lang="en-US" dirty="0" err="1"/>
              <a:t>iPYSY</a:t>
            </a:r>
            <a:r>
              <a:rPr lang="en-US" dirty="0"/>
              <a:t> · Intelligence for Decisions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9AD31A64-4F40-5297-5B32-5DFB41236810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6277232" y="5665404"/>
            <a:ext cx="1815620" cy="45852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7974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61DA2-2EF1-B7E5-4EDF-286AD6AE1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F31D723-C7F6-3F09-DE40-91E97EFED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229" y="432969"/>
            <a:ext cx="10507541" cy="5992061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0A7C1C0-9587-BFE3-6276-773FB119013E}"/>
              </a:ext>
            </a:extLst>
          </p:cNvPr>
          <p:cNvSpPr txBox="1"/>
          <p:nvPr/>
        </p:nvSpPr>
        <p:spPr>
          <a:xfrm>
            <a:off x="8092852" y="5342238"/>
            <a:ext cx="311472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Corrigir: </a:t>
            </a:r>
            <a:r>
              <a:rPr lang="en-US" dirty="0"/>
              <a:t>© 2026 </a:t>
            </a:r>
            <a:r>
              <a:rPr lang="en-US" dirty="0" err="1"/>
              <a:t>iPYSY</a:t>
            </a:r>
            <a:r>
              <a:rPr lang="en-US" dirty="0"/>
              <a:t> · Intelligence for Decisions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F23C00FD-AC56-08F2-04E0-5E5305F6A1DC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6277232" y="5665404"/>
            <a:ext cx="1815620" cy="45852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tângulo 5">
            <a:extLst>
              <a:ext uri="{FF2B5EF4-FFF2-40B4-BE49-F238E27FC236}">
                <a16:creationId xmlns:a16="http://schemas.microsoft.com/office/drawing/2014/main" id="{6BF9EDF0-14DB-2421-D7E1-A94036961F47}"/>
              </a:ext>
            </a:extLst>
          </p:cNvPr>
          <p:cNvSpPr/>
          <p:nvPr/>
        </p:nvSpPr>
        <p:spPr>
          <a:xfrm>
            <a:off x="3361038" y="2014151"/>
            <a:ext cx="5214551" cy="25454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43C89AE-6859-1CCC-FD6C-F7CEE1159DA5}"/>
              </a:ext>
            </a:extLst>
          </p:cNvPr>
          <p:cNvSpPr txBox="1"/>
          <p:nvPr/>
        </p:nvSpPr>
        <p:spPr>
          <a:xfrm>
            <a:off x="9196723" y="1097108"/>
            <a:ext cx="311472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Falta incluir um campo </a:t>
            </a:r>
            <a:r>
              <a:rPr lang="pt-BR" dirty="0" err="1"/>
              <a:t>combobox</a:t>
            </a:r>
            <a:r>
              <a:rPr lang="pt-BR" dirty="0"/>
              <a:t> para o país </a:t>
            </a:r>
            <a:endParaRPr lang="en-US" dirty="0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EA6169A7-75E3-C9DF-352E-18E6D0726B51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8575589" y="1420274"/>
            <a:ext cx="621134" cy="5938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FD1FEFD-C400-F8F7-36DC-31050D9D29E1}"/>
              </a:ext>
            </a:extLst>
          </p:cNvPr>
          <p:cNvSpPr txBox="1"/>
          <p:nvPr/>
        </p:nvSpPr>
        <p:spPr>
          <a:xfrm>
            <a:off x="621134" y="612360"/>
            <a:ext cx="225799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Chamar de ZIP </a:t>
            </a:r>
            <a:r>
              <a:rPr lang="pt-BR" dirty="0" err="1"/>
              <a:t>Code</a:t>
            </a:r>
            <a:endParaRPr lang="en-US" dirty="0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D01F7ED6-8D68-33E8-E0B0-4A4147BC6E4A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1750129" y="981692"/>
            <a:ext cx="2337646" cy="21198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0957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A10FF-B406-BAB2-7E0E-7C3E7314D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BD1B861-BEC2-DAC2-8463-88D3AEEBF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650" y="499653"/>
            <a:ext cx="10202699" cy="585869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807C9AA-B734-1CE7-07B9-C7F353D3519F}"/>
              </a:ext>
            </a:extLst>
          </p:cNvPr>
          <p:cNvSpPr txBox="1"/>
          <p:nvPr/>
        </p:nvSpPr>
        <p:spPr>
          <a:xfrm>
            <a:off x="8092852" y="5342238"/>
            <a:ext cx="311472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Corrigir: </a:t>
            </a:r>
            <a:r>
              <a:rPr lang="en-US" dirty="0"/>
              <a:t>© 2026 </a:t>
            </a:r>
            <a:r>
              <a:rPr lang="en-US" dirty="0" err="1"/>
              <a:t>iPYSY</a:t>
            </a:r>
            <a:r>
              <a:rPr lang="en-US" dirty="0"/>
              <a:t> · Intelligence for Decisions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4BD2DAD4-4E3F-A039-3AA4-E8B67CE1187E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6277232" y="5665404"/>
            <a:ext cx="1815620" cy="45852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F9F90CAB-3DB9-BE1E-625F-AC842BAA5C46}"/>
              </a:ext>
            </a:extLst>
          </p:cNvPr>
          <p:cNvSpPr txBox="1"/>
          <p:nvPr/>
        </p:nvSpPr>
        <p:spPr>
          <a:xfrm>
            <a:off x="880625" y="5342237"/>
            <a:ext cx="229211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Remover essa opção</a:t>
            </a:r>
            <a:endParaRPr lang="en-US" dirty="0"/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6F330B29-627D-D7EC-C3BB-98DB0DE1C2B1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3172735" y="5394404"/>
            <a:ext cx="2404281" cy="1324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625030B4-9B34-0FA1-E85F-2D2298F3DDC4}"/>
              </a:ext>
            </a:extLst>
          </p:cNvPr>
          <p:cNvCxnSpPr/>
          <p:nvPr/>
        </p:nvCxnSpPr>
        <p:spPr>
          <a:xfrm flipH="1" flipV="1">
            <a:off x="5684107" y="5325951"/>
            <a:ext cx="741406" cy="2347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A734FA66-DD9C-E632-021B-A6B59AE5850E}"/>
              </a:ext>
            </a:extLst>
          </p:cNvPr>
          <p:cNvCxnSpPr/>
          <p:nvPr/>
        </p:nvCxnSpPr>
        <p:spPr>
          <a:xfrm flipV="1">
            <a:off x="5634680" y="5288880"/>
            <a:ext cx="642552" cy="2842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7420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20F79-EDF2-C90E-EDA3-262BE843E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C536ABE-9727-8181-5A17-C82EB6781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229" y="461548"/>
            <a:ext cx="10507541" cy="593490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8D575C60-57F5-0F34-9B13-079583ABD423}"/>
              </a:ext>
            </a:extLst>
          </p:cNvPr>
          <p:cNvSpPr txBox="1"/>
          <p:nvPr/>
        </p:nvSpPr>
        <p:spPr>
          <a:xfrm>
            <a:off x="8092852" y="5342238"/>
            <a:ext cx="311472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Corrigir: </a:t>
            </a:r>
            <a:r>
              <a:rPr lang="en-US" dirty="0"/>
              <a:t>© 2026 </a:t>
            </a:r>
            <a:r>
              <a:rPr lang="en-US" dirty="0" err="1"/>
              <a:t>iPYSY</a:t>
            </a:r>
            <a:r>
              <a:rPr lang="en-US" dirty="0"/>
              <a:t> · Intelligence for Decisions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F0B9254A-63C0-E6AB-249C-AE5D70D3D7FB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6277232" y="5665404"/>
            <a:ext cx="1815620" cy="45852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9037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48126-730F-5874-8B2E-1D5C986BC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604C6E8-127B-FB22-B581-36AD88834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03" y="480601"/>
            <a:ext cx="10345594" cy="589679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5DF91E7-BAB9-7E1B-2370-E6E933E2E1E6}"/>
              </a:ext>
            </a:extLst>
          </p:cNvPr>
          <p:cNvSpPr txBox="1"/>
          <p:nvPr/>
        </p:nvSpPr>
        <p:spPr>
          <a:xfrm>
            <a:off x="8092852" y="5342238"/>
            <a:ext cx="311472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Corrigir: </a:t>
            </a:r>
            <a:r>
              <a:rPr lang="en-US" dirty="0"/>
              <a:t>© 2026 </a:t>
            </a:r>
            <a:r>
              <a:rPr lang="en-US" dirty="0" err="1"/>
              <a:t>iPYSY</a:t>
            </a:r>
            <a:r>
              <a:rPr lang="en-US" dirty="0"/>
              <a:t> · Intelligence for Decisions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036382DE-4FC7-0D81-F51E-9ABEFD4A121D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6277232" y="5665404"/>
            <a:ext cx="1815620" cy="45852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86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B3ACC-20E6-F07C-D7E4-4EE9C9846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75E3C4D1-826F-B243-C8DB-EF3E4CDEA76A}"/>
              </a:ext>
            </a:extLst>
          </p:cNvPr>
          <p:cNvSpPr txBox="1"/>
          <p:nvPr/>
        </p:nvSpPr>
        <p:spPr>
          <a:xfrm>
            <a:off x="3170948" y="2593009"/>
            <a:ext cx="6763885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3600" dirty="0"/>
              <a:t>Estudo Eventos abertos e fechados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732390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7B907-095D-5DFF-117D-2BFFE26A9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80B51DD-CB72-068A-509E-F9CEE4CEE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112"/>
            <a:ext cx="12192000" cy="578385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A3D1F9C-DEE3-655F-145F-550AF8DF8E61}"/>
              </a:ext>
            </a:extLst>
          </p:cNvPr>
          <p:cNvSpPr txBox="1"/>
          <p:nvPr/>
        </p:nvSpPr>
        <p:spPr>
          <a:xfrm>
            <a:off x="289972" y="210781"/>
            <a:ext cx="98446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Exemplo de Como será a tela de um contrato (Evento) resolvido</a:t>
            </a:r>
            <a:endParaRPr lang="en-US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DF3BED0-859A-99B1-7F89-E38E571F9B14}"/>
              </a:ext>
            </a:extLst>
          </p:cNvPr>
          <p:cNvSpPr/>
          <p:nvPr/>
        </p:nvSpPr>
        <p:spPr>
          <a:xfrm>
            <a:off x="160638" y="857112"/>
            <a:ext cx="11862486" cy="971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09D342A-5F12-C986-65AA-6B31B2D3294A}"/>
              </a:ext>
            </a:extLst>
          </p:cNvPr>
          <p:cNvSpPr txBox="1"/>
          <p:nvPr/>
        </p:nvSpPr>
        <p:spPr>
          <a:xfrm>
            <a:off x="3903499" y="1158290"/>
            <a:ext cx="437676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Cabeçalho (Header) se mantem constante</a:t>
            </a:r>
            <a:endParaRPr lang="en-US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8BF937A-5AE6-EB5B-38C1-405DDB47AAF9}"/>
              </a:ext>
            </a:extLst>
          </p:cNvPr>
          <p:cNvSpPr/>
          <p:nvPr/>
        </p:nvSpPr>
        <p:spPr>
          <a:xfrm>
            <a:off x="160638" y="1923912"/>
            <a:ext cx="8316097" cy="47170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BFAD49E-5637-4481-DB83-8B93929B9A3D}"/>
              </a:ext>
            </a:extLst>
          </p:cNvPr>
          <p:cNvSpPr txBox="1"/>
          <p:nvPr/>
        </p:nvSpPr>
        <p:spPr>
          <a:xfrm>
            <a:off x="3178569" y="2663031"/>
            <a:ext cx="380299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Body/</a:t>
            </a:r>
            <a:r>
              <a:rPr lang="pt-BR" dirty="0" err="1"/>
              <a:t>Content</a:t>
            </a:r>
            <a:r>
              <a:rPr lang="pt-BR" dirty="0"/>
              <a:t>: Mostra o </a:t>
            </a:r>
            <a:r>
              <a:rPr lang="pt-BR" dirty="0" err="1"/>
              <a:t>thumbnail</a:t>
            </a:r>
            <a:r>
              <a:rPr lang="pt-BR" dirty="0"/>
              <a:t>  a categoria (mercado) e a pergunta</a:t>
            </a:r>
            <a:endParaRPr lang="en-US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34BAA92-4080-86FC-7B34-1731D16F45C0}"/>
              </a:ext>
            </a:extLst>
          </p:cNvPr>
          <p:cNvSpPr txBox="1"/>
          <p:nvPr/>
        </p:nvSpPr>
        <p:spPr>
          <a:xfrm>
            <a:off x="2417186" y="4891366"/>
            <a:ext cx="380299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Um gráfico congelado com o resultado</a:t>
            </a:r>
            <a:endParaRPr lang="en-US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C9827D5-0F27-9EEE-F61F-4F0C25B11F5C}"/>
              </a:ext>
            </a:extLst>
          </p:cNvPr>
          <p:cNvSpPr txBox="1"/>
          <p:nvPr/>
        </p:nvSpPr>
        <p:spPr>
          <a:xfrm>
            <a:off x="2001999" y="3725315"/>
            <a:ext cx="380299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Um gráfico congelado com o resultado</a:t>
            </a:r>
            <a:endParaRPr lang="en-US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07E6BBB-4686-1E91-A7B1-32DFD51783BA}"/>
              </a:ext>
            </a:extLst>
          </p:cNvPr>
          <p:cNvSpPr/>
          <p:nvPr/>
        </p:nvSpPr>
        <p:spPr>
          <a:xfrm>
            <a:off x="8637373" y="1923912"/>
            <a:ext cx="3393989" cy="47170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4C891C6-A754-A9F7-955E-9DA013A684AA}"/>
              </a:ext>
            </a:extLst>
          </p:cNvPr>
          <p:cNvSpPr txBox="1"/>
          <p:nvPr/>
        </p:nvSpPr>
        <p:spPr>
          <a:xfrm>
            <a:off x="9527060" y="3710312"/>
            <a:ext cx="1961222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Barra Lateral (</a:t>
            </a:r>
            <a:r>
              <a:rPr lang="pt-BR" dirty="0" err="1"/>
              <a:t>Sidebar</a:t>
            </a:r>
            <a:r>
              <a:rPr lang="pt-BR" dirty="0"/>
              <a:t>): Mostra um </a:t>
            </a:r>
            <a:r>
              <a:rPr lang="pt-BR" dirty="0" err="1"/>
              <a:t>Thumbnail</a:t>
            </a:r>
            <a:r>
              <a:rPr lang="pt-BR" dirty="0"/>
              <a:t> e a palavra Determinado ou Fechado</a:t>
            </a:r>
          </a:p>
        </p:txBody>
      </p:sp>
    </p:spTree>
    <p:extLst>
      <p:ext uri="{BB962C8B-B14F-4D97-AF65-F5344CB8AC3E}">
        <p14:creationId xmlns:p14="http://schemas.microsoft.com/office/powerpoint/2010/main" val="677148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E0B60-91C2-204D-A67D-6EA5045B4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128394B-9F16-AFC3-6708-36182611D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35"/>
            <a:ext cx="12192000" cy="563473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235ED2E-B3BD-7188-7186-A0BA1879DAAB}"/>
              </a:ext>
            </a:extLst>
          </p:cNvPr>
          <p:cNvSpPr txBox="1"/>
          <p:nvPr/>
        </p:nvSpPr>
        <p:spPr>
          <a:xfrm>
            <a:off x="289972" y="210781"/>
            <a:ext cx="98446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Exemplo de Como será a tela de um contrato (Evento) aberto – similar a </a:t>
            </a:r>
            <a:r>
              <a:rPr lang="pt-BR" dirty="0" err="1"/>
              <a:t>Kalshi</a:t>
            </a:r>
            <a:endParaRPr lang="en-US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2C190A0-669A-29A2-133E-25E327B93007}"/>
              </a:ext>
            </a:extLst>
          </p:cNvPr>
          <p:cNvSpPr txBox="1"/>
          <p:nvPr/>
        </p:nvSpPr>
        <p:spPr>
          <a:xfrm>
            <a:off x="3048000" y="2971183"/>
            <a:ext cx="6096000" cy="915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pt-BR" b="1" i="0" dirty="0">
                <a:solidFill>
                  <a:srgbClr val="001D35"/>
                </a:solidFill>
                <a:effectLst/>
                <a:latin typeface="Google Sans"/>
              </a:rPr>
              <a:t>1. Cabeçalho (Header)</a:t>
            </a:r>
          </a:p>
          <a:p>
            <a:pPr>
              <a:buNone/>
            </a:pPr>
            <a:br>
              <a:rPr lang="pt-BR" dirty="0"/>
            </a:br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35C569C-6600-4E23-1A47-20C79DE71E10}"/>
              </a:ext>
            </a:extLst>
          </p:cNvPr>
          <p:cNvSpPr/>
          <p:nvPr/>
        </p:nvSpPr>
        <p:spPr>
          <a:xfrm>
            <a:off x="160637" y="620451"/>
            <a:ext cx="11862486" cy="971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46DB262-50A7-ED64-EE51-5EB40BC3A943}"/>
              </a:ext>
            </a:extLst>
          </p:cNvPr>
          <p:cNvSpPr txBox="1"/>
          <p:nvPr/>
        </p:nvSpPr>
        <p:spPr>
          <a:xfrm>
            <a:off x="3903498" y="845912"/>
            <a:ext cx="437676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Cabeçalho (Header) se mantem constante</a:t>
            </a:r>
            <a:endParaRPr lang="en-US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3C98C3E-16A8-BBDE-651F-F281C3D86DA4}"/>
              </a:ext>
            </a:extLst>
          </p:cNvPr>
          <p:cNvSpPr/>
          <p:nvPr/>
        </p:nvSpPr>
        <p:spPr>
          <a:xfrm>
            <a:off x="160638" y="1923912"/>
            <a:ext cx="8316097" cy="47170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8073183-63A8-96A3-F394-E6A83F2D2F6C}"/>
              </a:ext>
            </a:extLst>
          </p:cNvPr>
          <p:cNvSpPr txBox="1"/>
          <p:nvPr/>
        </p:nvSpPr>
        <p:spPr>
          <a:xfrm>
            <a:off x="3400990" y="2219792"/>
            <a:ext cx="380299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Body/</a:t>
            </a:r>
            <a:r>
              <a:rPr lang="pt-BR" dirty="0" err="1"/>
              <a:t>Content</a:t>
            </a:r>
            <a:r>
              <a:rPr lang="pt-BR" dirty="0"/>
              <a:t>: Mostra o </a:t>
            </a:r>
            <a:r>
              <a:rPr lang="pt-BR" dirty="0" err="1"/>
              <a:t>thumbnail</a:t>
            </a:r>
            <a:r>
              <a:rPr lang="pt-BR" dirty="0"/>
              <a:t>  e a pergunta</a:t>
            </a:r>
            <a:endParaRPr lang="en-US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35AE5B6-797F-354E-FF4F-F793E19FCA80}"/>
              </a:ext>
            </a:extLst>
          </p:cNvPr>
          <p:cNvSpPr txBox="1"/>
          <p:nvPr/>
        </p:nvSpPr>
        <p:spPr>
          <a:xfrm>
            <a:off x="2001999" y="3725315"/>
            <a:ext cx="380299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Um gráfico com mostrando o progresso das previsões</a:t>
            </a:r>
            <a:endParaRPr lang="en-US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82D5624-0881-3BA6-11EC-5B21B5EB9AF6}"/>
              </a:ext>
            </a:extLst>
          </p:cNvPr>
          <p:cNvSpPr/>
          <p:nvPr/>
        </p:nvSpPr>
        <p:spPr>
          <a:xfrm>
            <a:off x="8637373" y="1923912"/>
            <a:ext cx="3393989" cy="47170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EDCACCE-951F-CDAE-AC0B-B037048A0417}"/>
              </a:ext>
            </a:extLst>
          </p:cNvPr>
          <p:cNvSpPr txBox="1"/>
          <p:nvPr/>
        </p:nvSpPr>
        <p:spPr>
          <a:xfrm>
            <a:off x="9144000" y="3805752"/>
            <a:ext cx="1961222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Barra Lateral (</a:t>
            </a:r>
            <a:r>
              <a:rPr lang="pt-BR" dirty="0" err="1"/>
              <a:t>Sidebar</a:t>
            </a:r>
            <a:r>
              <a:rPr lang="pt-BR" dirty="0"/>
              <a:t>): Mostra um </a:t>
            </a:r>
            <a:r>
              <a:rPr lang="pt-BR" dirty="0" err="1"/>
              <a:t>Thumbnail</a:t>
            </a:r>
            <a:r>
              <a:rPr lang="pt-BR" dirty="0"/>
              <a:t>  a pergunta e as opões de votação</a:t>
            </a:r>
          </a:p>
        </p:txBody>
      </p:sp>
    </p:spTree>
    <p:extLst>
      <p:ext uri="{BB962C8B-B14F-4D97-AF65-F5344CB8AC3E}">
        <p14:creationId xmlns:p14="http://schemas.microsoft.com/office/powerpoint/2010/main" val="3571070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E1EEE-E8BC-E992-0E6D-17A653C8C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9DE1D05-18E3-5F0A-347F-5CF9DF57B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809" y="2152472"/>
            <a:ext cx="8640381" cy="255305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A8F773-E4D7-A461-0139-1345AC1A279D}"/>
              </a:ext>
            </a:extLst>
          </p:cNvPr>
          <p:cNvSpPr txBox="1"/>
          <p:nvPr/>
        </p:nvSpPr>
        <p:spPr>
          <a:xfrm>
            <a:off x="1968430" y="1448813"/>
            <a:ext cx="84477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Na </a:t>
            </a:r>
            <a:r>
              <a:rPr lang="pt-BR" dirty="0" err="1"/>
              <a:t>Kalshi</a:t>
            </a:r>
            <a:r>
              <a:rPr lang="pt-BR" dirty="0"/>
              <a:t> as opções estão no Body abaixo do gráfico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9891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BA31F-12BF-6C06-5ABE-F73E85631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D8CF82C-2BCD-A21C-7460-461C905F5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747"/>
            <a:ext cx="12192000" cy="560850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12F86A5-2E54-4090-F16D-CCE6C299D12F}"/>
              </a:ext>
            </a:extLst>
          </p:cNvPr>
          <p:cNvSpPr txBox="1"/>
          <p:nvPr/>
        </p:nvSpPr>
        <p:spPr>
          <a:xfrm>
            <a:off x="2837110" y="2524592"/>
            <a:ext cx="380299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Body/</a:t>
            </a:r>
            <a:r>
              <a:rPr lang="pt-BR" dirty="0" err="1"/>
              <a:t>Content:Continuando</a:t>
            </a:r>
            <a:r>
              <a:rPr lang="pt-BR" dirty="0"/>
              <a:t>, Abaixo mostra as regras do mercado, mostra como será a resolução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326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3FEA7-FEE4-8AAC-15B9-4F85DE746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BCF5FE4-6C22-C265-F917-8177A93BB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966"/>
            <a:ext cx="12192000" cy="552606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B906122-3518-6C26-C38B-ED3C528C4C4E}"/>
              </a:ext>
            </a:extLst>
          </p:cNvPr>
          <p:cNvSpPr txBox="1"/>
          <p:nvPr/>
        </p:nvSpPr>
        <p:spPr>
          <a:xfrm>
            <a:off x="2882830" y="2189312"/>
            <a:ext cx="380299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Da </a:t>
            </a:r>
            <a:r>
              <a:rPr lang="pt-BR" dirty="0" err="1"/>
              <a:t>polymarket</a:t>
            </a:r>
            <a:r>
              <a:rPr lang="pt-BR" dirty="0"/>
              <a:t> e parecido mas tem 2 </a:t>
            </a:r>
            <a:r>
              <a:rPr lang="pt-BR" dirty="0" err="1"/>
              <a:t>forms</a:t>
            </a:r>
            <a:r>
              <a:rPr lang="pt-BR" dirty="0"/>
              <a:t> achei mais interessante. Vamos adotar esse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654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AB8CE-1F3B-C99E-C949-11C0DD32C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5244664-DD03-632E-A7D2-6A238C903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738"/>
            <a:ext cx="12192000" cy="461420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1A053F3F-92F6-4AF8-C7A5-EF8938097A3C}"/>
              </a:ext>
            </a:extLst>
          </p:cNvPr>
          <p:cNvSpPr txBox="1"/>
          <p:nvPr/>
        </p:nvSpPr>
        <p:spPr>
          <a:xfrm>
            <a:off x="2882830" y="2189312"/>
            <a:ext cx="38029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Abaixo temos os comentários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0726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B83A4-273A-B35B-E973-58949C9CE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EE3AD8B-F985-5DFC-140C-B9A3F819C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0706"/>
            <a:ext cx="12192000" cy="4916587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937030D-1E46-AAB9-876D-781F22CC8D60}"/>
              </a:ext>
            </a:extLst>
          </p:cNvPr>
          <p:cNvSpPr txBox="1"/>
          <p:nvPr/>
        </p:nvSpPr>
        <p:spPr>
          <a:xfrm>
            <a:off x="2882830" y="2189312"/>
            <a:ext cx="38029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Abaixo temos os comentários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237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B7D6B-54DE-84D8-E550-BB17DABAD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401DCA5-ABDA-D838-802E-C42A136AC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9863"/>
            <a:ext cx="12192000" cy="559827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72832B6-AE16-40C5-AAFE-076957DF8E79}"/>
              </a:ext>
            </a:extLst>
          </p:cNvPr>
          <p:cNvSpPr txBox="1"/>
          <p:nvPr/>
        </p:nvSpPr>
        <p:spPr>
          <a:xfrm>
            <a:off x="3587165" y="2918360"/>
            <a:ext cx="380299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Rodapé (</a:t>
            </a:r>
            <a:r>
              <a:rPr lang="pt-BR" dirty="0" err="1"/>
              <a:t>Footer</a:t>
            </a:r>
            <a:r>
              <a:rPr lang="pt-BR" dirty="0"/>
              <a:t>) – Por ultimo sempre temos o rodapé</a:t>
            </a:r>
          </a:p>
        </p:txBody>
      </p:sp>
    </p:spTree>
    <p:extLst>
      <p:ext uri="{BB962C8B-B14F-4D97-AF65-F5344CB8AC3E}">
        <p14:creationId xmlns:p14="http://schemas.microsoft.com/office/powerpoint/2010/main" val="22874905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0A767-5070-1E29-7FE7-D29BB4EA5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35B8A159-6856-42EB-F89F-276E70919CEA}"/>
              </a:ext>
            </a:extLst>
          </p:cNvPr>
          <p:cNvSpPr txBox="1"/>
          <p:nvPr/>
        </p:nvSpPr>
        <p:spPr>
          <a:xfrm>
            <a:off x="3170948" y="2593009"/>
            <a:ext cx="676388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3600" dirty="0"/>
              <a:t>Área </a:t>
            </a:r>
            <a:r>
              <a:rPr lang="pt-BR" sz="3600" dirty="0" err="1"/>
              <a:t>Usuario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2361528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4BD0A-5A11-1437-D939-E45AF636F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51CE01F-8CFF-749F-0A96-ECEA055B9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0845" y="580627"/>
            <a:ext cx="2743583" cy="569674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2A5A6A2-5648-8413-F104-8D6B8B5CD590}"/>
              </a:ext>
            </a:extLst>
          </p:cNvPr>
          <p:cNvSpPr txBox="1"/>
          <p:nvPr/>
        </p:nvSpPr>
        <p:spPr>
          <a:xfrm>
            <a:off x="2709835" y="2918361"/>
            <a:ext cx="38029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Abaixo temos os comentários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9815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1568C-1875-68A4-C52B-88617699D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28E7850A-6206-DF2B-887F-E14D8BFED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0469"/>
            <a:ext cx="12192000" cy="561706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274D929-7C9F-3437-8929-39B054E3E72E}"/>
              </a:ext>
            </a:extLst>
          </p:cNvPr>
          <p:cNvSpPr txBox="1"/>
          <p:nvPr/>
        </p:nvSpPr>
        <p:spPr>
          <a:xfrm>
            <a:off x="5032906" y="1929820"/>
            <a:ext cx="38029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Ranking de usuários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664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4D43E-57AC-F538-E0CE-76A074E5C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45CCED1-4D5E-5F34-4FD7-C0C0A2B17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2195"/>
            <a:ext cx="12192000" cy="563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7642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9F01E-F851-A583-B9E8-0CB33838C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76FAB1E-D38F-E3DA-C91C-A27367354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469"/>
            <a:ext cx="12192000" cy="563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1032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ED9B8-E29A-0053-0FFB-84F37301C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B28D9E5-2131-F121-19BD-8286144E0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868" y="0"/>
            <a:ext cx="10652263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26CB3DA-7594-CB92-9451-505FFDD6D17C}"/>
              </a:ext>
            </a:extLst>
          </p:cNvPr>
          <p:cNvSpPr txBox="1"/>
          <p:nvPr/>
        </p:nvSpPr>
        <p:spPr>
          <a:xfrm>
            <a:off x="7082141" y="1284841"/>
            <a:ext cx="38029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Na </a:t>
            </a:r>
            <a:r>
              <a:rPr lang="pt-BR" dirty="0" err="1">
                <a:solidFill>
                  <a:srgbClr val="FF0000"/>
                </a:solidFill>
              </a:rPr>
              <a:t>Polymarket</a:t>
            </a:r>
            <a:r>
              <a:rPr lang="pt-BR" dirty="0">
                <a:solidFill>
                  <a:srgbClr val="FF0000"/>
                </a:solidFill>
              </a:rPr>
              <a:t> o visual é clean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09690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548AF-5FC9-4813-0958-6E6B51EE7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A426192-AEEB-1730-64F8-1EFD3F54C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0125"/>
            <a:ext cx="12192000" cy="444519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68019EB-EF9E-C21E-8B89-DB5921F63DBE}"/>
              </a:ext>
            </a:extLst>
          </p:cNvPr>
          <p:cNvSpPr txBox="1"/>
          <p:nvPr/>
        </p:nvSpPr>
        <p:spPr>
          <a:xfrm>
            <a:off x="7751612" y="3143250"/>
            <a:ext cx="38029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Gostei do nosso visual - Manter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BB39957-DFE1-A2F8-E75C-F69F0EFCEF18}"/>
              </a:ext>
            </a:extLst>
          </p:cNvPr>
          <p:cNvSpPr txBox="1"/>
          <p:nvPr/>
        </p:nvSpPr>
        <p:spPr>
          <a:xfrm>
            <a:off x="613306" y="5296653"/>
            <a:ext cx="1493080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Perfil</a:t>
            </a:r>
            <a:br>
              <a:rPr lang="pt-BR" dirty="0">
                <a:solidFill>
                  <a:srgbClr val="FF0000"/>
                </a:solidFill>
              </a:rPr>
            </a:br>
            <a:r>
              <a:rPr lang="pt-BR" dirty="0">
                <a:solidFill>
                  <a:srgbClr val="FF0000"/>
                </a:solidFill>
              </a:rPr>
              <a:t>Conta</a:t>
            </a:r>
          </a:p>
          <a:p>
            <a:r>
              <a:rPr lang="pt-BR" dirty="0">
                <a:solidFill>
                  <a:srgbClr val="FF0000"/>
                </a:solidFill>
              </a:rPr>
              <a:t>Dashboard</a:t>
            </a:r>
          </a:p>
          <a:p>
            <a:r>
              <a:rPr lang="pt-BR" dirty="0">
                <a:solidFill>
                  <a:srgbClr val="FF0000"/>
                </a:solidFill>
              </a:rPr>
              <a:t>Ranking</a:t>
            </a:r>
          </a:p>
          <a:p>
            <a:r>
              <a:rPr lang="pt-BR" dirty="0">
                <a:solidFill>
                  <a:srgbClr val="FF0000"/>
                </a:solidFill>
              </a:rPr>
              <a:t>Academia IP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F5D2ABB-505C-F3D1-6FFA-0901348BEFB2}"/>
              </a:ext>
            </a:extLst>
          </p:cNvPr>
          <p:cNvSpPr txBox="1"/>
          <p:nvPr/>
        </p:nvSpPr>
        <p:spPr>
          <a:xfrm>
            <a:off x="2628900" y="6219983"/>
            <a:ext cx="812346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Falta o Rodapé (</a:t>
            </a:r>
            <a:r>
              <a:rPr lang="pt-BR" dirty="0" err="1">
                <a:solidFill>
                  <a:srgbClr val="FF0000"/>
                </a:solidFill>
              </a:rPr>
              <a:t>Footer</a:t>
            </a:r>
            <a:r>
              <a:rPr lang="pt-BR" dirty="0">
                <a:solidFill>
                  <a:srgbClr val="FF0000"/>
                </a:solidFill>
              </a:rPr>
              <a:t>) – Criar um padrão que estará em todas as páginas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8D7B4B9-DC4F-C019-8E42-05A0F3C23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457" y="571604"/>
            <a:ext cx="11841227" cy="990738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8399810C-9B8A-193F-BCA6-B91074B30AF4}"/>
              </a:ext>
            </a:extLst>
          </p:cNvPr>
          <p:cNvSpPr txBox="1"/>
          <p:nvPr/>
        </p:nvSpPr>
        <p:spPr>
          <a:xfrm>
            <a:off x="1852618" y="38848"/>
            <a:ext cx="871090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O Cabeçalho (Header) padrão da Homepage não muda, permanece igual para todas as páginas – o que muda é o </a:t>
            </a:r>
            <a:r>
              <a:rPr lang="pt-BR" dirty="0" err="1">
                <a:solidFill>
                  <a:srgbClr val="FF0000"/>
                </a:solidFill>
              </a:rPr>
              <a:t>icone</a:t>
            </a:r>
            <a:r>
              <a:rPr lang="pt-BR" dirty="0">
                <a:solidFill>
                  <a:srgbClr val="FF0000"/>
                </a:solidFill>
              </a:rPr>
              <a:t> com o </a:t>
            </a:r>
            <a:r>
              <a:rPr lang="pt-BR" dirty="0" err="1">
                <a:solidFill>
                  <a:srgbClr val="FF0000"/>
                </a:solidFill>
              </a:rPr>
              <a:t>thumbnail</a:t>
            </a:r>
            <a:r>
              <a:rPr lang="pt-BR" dirty="0">
                <a:solidFill>
                  <a:srgbClr val="FF0000"/>
                </a:solidFill>
              </a:rPr>
              <a:t> do usuário – ver </a:t>
            </a:r>
            <a:r>
              <a:rPr lang="pt-BR" dirty="0" err="1">
                <a:solidFill>
                  <a:srgbClr val="FF0000"/>
                </a:solidFill>
              </a:rPr>
              <a:t>polymarket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94738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34153-B364-608A-7370-B029C5ED4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0703E93C-6E7A-6218-6574-A1B6AFD8A41F}"/>
              </a:ext>
            </a:extLst>
          </p:cNvPr>
          <p:cNvSpPr txBox="1"/>
          <p:nvPr/>
        </p:nvSpPr>
        <p:spPr>
          <a:xfrm>
            <a:off x="2898321" y="1802339"/>
            <a:ext cx="6539593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Criar mais duas páginas: Perfil e Conta no mesmo padrão da B2-01 onde terão os seguintes conteúdos:</a:t>
            </a:r>
          </a:p>
          <a:p>
            <a:endParaRPr lang="pt-BR" dirty="0">
              <a:solidFill>
                <a:srgbClr val="FF0000"/>
              </a:solidFill>
            </a:endParaRPr>
          </a:p>
          <a:p>
            <a:r>
              <a:rPr lang="pt-BR" dirty="0">
                <a:solidFill>
                  <a:srgbClr val="FF0000"/>
                </a:solidFill>
              </a:rPr>
              <a:t>1 – Perfil = Dados de cadastro do usuário (Nome, endereço, Foto etc.</a:t>
            </a:r>
          </a:p>
          <a:p>
            <a:r>
              <a:rPr lang="pt-BR" dirty="0">
                <a:solidFill>
                  <a:srgbClr val="FF0000"/>
                </a:solidFill>
              </a:rPr>
              <a:t>2 – Conta = Dados de cadastro da conta: </a:t>
            </a:r>
            <a:r>
              <a:rPr lang="pt-BR" dirty="0" err="1">
                <a:solidFill>
                  <a:srgbClr val="FF0000"/>
                </a:solidFill>
              </a:rPr>
              <a:t>email</a:t>
            </a:r>
            <a:r>
              <a:rPr lang="pt-BR" dirty="0">
                <a:solidFill>
                  <a:srgbClr val="FF0000"/>
                </a:solidFill>
              </a:rPr>
              <a:t>, </a:t>
            </a:r>
            <a:r>
              <a:rPr lang="pt-BR" dirty="0" err="1">
                <a:solidFill>
                  <a:srgbClr val="FF0000"/>
                </a:solidFill>
              </a:rPr>
              <a:t>nickname</a:t>
            </a:r>
            <a:endParaRPr lang="pt-BR" dirty="0">
              <a:solidFill>
                <a:srgbClr val="FF0000"/>
              </a:solidFill>
            </a:endParaRPr>
          </a:p>
          <a:p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41796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9FAAD-4689-9579-22A1-156CED05B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2C3C0D2-5E39-DE25-093D-C0CC1EDB5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2274"/>
            <a:ext cx="12192000" cy="4660827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B818883-801F-04D0-34A4-CD4B2031CAE0}"/>
              </a:ext>
            </a:extLst>
          </p:cNvPr>
          <p:cNvSpPr txBox="1"/>
          <p:nvPr/>
        </p:nvSpPr>
        <p:spPr>
          <a:xfrm>
            <a:off x="5220683" y="2432957"/>
            <a:ext cx="380299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Refazer totalmente do zero o dashboard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3E6CDF2-100A-8D65-868B-8D0009F53BBF}"/>
              </a:ext>
            </a:extLst>
          </p:cNvPr>
          <p:cNvSpPr txBox="1"/>
          <p:nvPr/>
        </p:nvSpPr>
        <p:spPr>
          <a:xfrm>
            <a:off x="3859971" y="5963230"/>
            <a:ext cx="505543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Falta o Rodapé (</a:t>
            </a:r>
            <a:r>
              <a:rPr lang="pt-BR" dirty="0" err="1">
                <a:solidFill>
                  <a:srgbClr val="FF0000"/>
                </a:solidFill>
              </a:rPr>
              <a:t>Footer</a:t>
            </a:r>
            <a:r>
              <a:rPr lang="pt-BR" dirty="0">
                <a:solidFill>
                  <a:srgbClr val="FF0000"/>
                </a:solidFill>
              </a:rPr>
              <a:t>) – Criar um padrão que estará em todas as páginas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69FC9EF-13C7-4FB8-7AB8-AEDC81F2B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457" y="571604"/>
            <a:ext cx="11841227" cy="99073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F0D988C-3EC4-5851-0D1C-60EB5C670879}"/>
              </a:ext>
            </a:extLst>
          </p:cNvPr>
          <p:cNvSpPr txBox="1"/>
          <p:nvPr/>
        </p:nvSpPr>
        <p:spPr>
          <a:xfrm>
            <a:off x="1852618" y="38848"/>
            <a:ext cx="871090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O Cabeçalho (Header) padrão da Homepage não muda, permanece igual para todas as páginas – o que muda é o </a:t>
            </a:r>
            <a:r>
              <a:rPr lang="pt-BR" dirty="0" err="1">
                <a:solidFill>
                  <a:srgbClr val="FF0000"/>
                </a:solidFill>
              </a:rPr>
              <a:t>icone</a:t>
            </a:r>
            <a:r>
              <a:rPr lang="pt-BR" dirty="0">
                <a:solidFill>
                  <a:srgbClr val="FF0000"/>
                </a:solidFill>
              </a:rPr>
              <a:t> com o </a:t>
            </a:r>
            <a:r>
              <a:rPr lang="pt-BR" dirty="0" err="1">
                <a:solidFill>
                  <a:srgbClr val="FF0000"/>
                </a:solidFill>
              </a:rPr>
              <a:t>thumbnail</a:t>
            </a:r>
            <a:r>
              <a:rPr lang="pt-BR" dirty="0">
                <a:solidFill>
                  <a:srgbClr val="FF0000"/>
                </a:solidFill>
              </a:rPr>
              <a:t> do usuário – ver </a:t>
            </a:r>
            <a:r>
              <a:rPr lang="pt-BR" dirty="0" err="1">
                <a:solidFill>
                  <a:srgbClr val="FF0000"/>
                </a:solidFill>
              </a:rPr>
              <a:t>polymarket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E12D93-17D7-13DE-BD60-8E3032B304F4}"/>
              </a:ext>
            </a:extLst>
          </p:cNvPr>
          <p:cNvSpPr txBox="1"/>
          <p:nvPr/>
        </p:nvSpPr>
        <p:spPr>
          <a:xfrm>
            <a:off x="673178" y="1912847"/>
            <a:ext cx="2486401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A área do usuário não muda de padrão (seguir o da página anterior B2-01)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D164C31-75E5-99F2-B342-6B0E790E3C6B}"/>
              </a:ext>
            </a:extLst>
          </p:cNvPr>
          <p:cNvSpPr txBox="1"/>
          <p:nvPr/>
        </p:nvSpPr>
        <p:spPr>
          <a:xfrm>
            <a:off x="1169838" y="3211607"/>
            <a:ext cx="1493080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Perfil</a:t>
            </a:r>
            <a:br>
              <a:rPr lang="pt-BR" dirty="0">
                <a:solidFill>
                  <a:srgbClr val="FF0000"/>
                </a:solidFill>
              </a:rPr>
            </a:br>
            <a:r>
              <a:rPr lang="pt-BR" dirty="0">
                <a:solidFill>
                  <a:srgbClr val="FF0000"/>
                </a:solidFill>
              </a:rPr>
              <a:t>Conta</a:t>
            </a:r>
          </a:p>
          <a:p>
            <a:r>
              <a:rPr lang="pt-BR" dirty="0">
                <a:solidFill>
                  <a:srgbClr val="FF0000"/>
                </a:solidFill>
              </a:rPr>
              <a:t>Dashboard</a:t>
            </a:r>
          </a:p>
          <a:p>
            <a:r>
              <a:rPr lang="pt-BR" dirty="0">
                <a:solidFill>
                  <a:srgbClr val="FF0000"/>
                </a:solidFill>
              </a:rPr>
              <a:t>Ranking</a:t>
            </a:r>
          </a:p>
          <a:p>
            <a:r>
              <a:rPr lang="pt-BR" dirty="0">
                <a:solidFill>
                  <a:srgbClr val="FF0000"/>
                </a:solidFill>
              </a:rPr>
              <a:t>Academia IP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4548B48-06D5-1A4A-8E58-0BC1675FAB5E}"/>
              </a:ext>
            </a:extLst>
          </p:cNvPr>
          <p:cNvSpPr txBox="1"/>
          <p:nvPr/>
        </p:nvSpPr>
        <p:spPr>
          <a:xfrm>
            <a:off x="4170417" y="3349738"/>
            <a:ext cx="6851745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Essa </a:t>
            </a:r>
            <a:r>
              <a:rPr lang="pt-BR" dirty="0" err="1">
                <a:solidFill>
                  <a:srgbClr val="FF0000"/>
                </a:solidFill>
              </a:rPr>
              <a:t>Dashborad</a:t>
            </a:r>
            <a:r>
              <a:rPr lang="pt-BR" dirty="0">
                <a:solidFill>
                  <a:srgbClr val="FF0000"/>
                </a:solidFill>
              </a:rPr>
              <a:t> mostrará:</a:t>
            </a:r>
          </a:p>
          <a:p>
            <a:r>
              <a:rPr lang="pt-BR" dirty="0">
                <a:solidFill>
                  <a:srgbClr val="FF0000"/>
                </a:solidFill>
              </a:rPr>
              <a:t>1 – A lista dos eventos que ele fez previsões</a:t>
            </a:r>
          </a:p>
          <a:p>
            <a:r>
              <a:rPr lang="pt-BR" dirty="0">
                <a:solidFill>
                  <a:srgbClr val="FF0000"/>
                </a:solidFill>
              </a:rPr>
              <a:t>2 – Trará os dados da página B2-04 (sem o gráfico ainda vamos ajustar)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24684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B707E-2843-C410-BC81-FD7C49064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8723A8E-0E37-7D51-2CDC-3D23D4A82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4692"/>
            <a:ext cx="12192000" cy="482417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E273A8B-5F11-762D-A0A8-D07194C65061}"/>
              </a:ext>
            </a:extLst>
          </p:cNvPr>
          <p:cNvSpPr txBox="1"/>
          <p:nvPr/>
        </p:nvSpPr>
        <p:spPr>
          <a:xfrm>
            <a:off x="3859971" y="5963230"/>
            <a:ext cx="505543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Falta o Rodapé (</a:t>
            </a:r>
            <a:r>
              <a:rPr lang="pt-BR" dirty="0" err="1">
                <a:solidFill>
                  <a:srgbClr val="FF0000"/>
                </a:solidFill>
              </a:rPr>
              <a:t>Footer</a:t>
            </a:r>
            <a:r>
              <a:rPr lang="pt-BR" dirty="0">
                <a:solidFill>
                  <a:srgbClr val="FF0000"/>
                </a:solidFill>
              </a:rPr>
              <a:t>) – Criar um padrão que estará em todas as páginas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EE62FEE-DE63-E810-5191-61C0B9AD0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457" y="571604"/>
            <a:ext cx="11841227" cy="99073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C74BF25-405C-634C-0ADC-CDB6DE9C0056}"/>
              </a:ext>
            </a:extLst>
          </p:cNvPr>
          <p:cNvSpPr txBox="1"/>
          <p:nvPr/>
        </p:nvSpPr>
        <p:spPr>
          <a:xfrm>
            <a:off x="1852618" y="38848"/>
            <a:ext cx="871090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O Cabeçalho (Header) padrão da Homepage não muda, permanece igual para todas as páginas – o que muda é o </a:t>
            </a:r>
            <a:r>
              <a:rPr lang="pt-BR" dirty="0" err="1">
                <a:solidFill>
                  <a:srgbClr val="FF0000"/>
                </a:solidFill>
              </a:rPr>
              <a:t>icone</a:t>
            </a:r>
            <a:r>
              <a:rPr lang="pt-BR" dirty="0">
                <a:solidFill>
                  <a:srgbClr val="FF0000"/>
                </a:solidFill>
              </a:rPr>
              <a:t> com o </a:t>
            </a:r>
            <a:r>
              <a:rPr lang="pt-BR" dirty="0" err="1">
                <a:solidFill>
                  <a:srgbClr val="FF0000"/>
                </a:solidFill>
              </a:rPr>
              <a:t>thumbnail</a:t>
            </a:r>
            <a:r>
              <a:rPr lang="pt-BR" dirty="0">
                <a:solidFill>
                  <a:srgbClr val="FF0000"/>
                </a:solidFill>
              </a:rPr>
              <a:t> do usuário – ver </a:t>
            </a:r>
            <a:r>
              <a:rPr lang="pt-BR" dirty="0" err="1">
                <a:solidFill>
                  <a:srgbClr val="FF0000"/>
                </a:solidFill>
              </a:rPr>
              <a:t>polymarket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EB3691A-0E5A-FC58-0C48-B667A139EB3C}"/>
              </a:ext>
            </a:extLst>
          </p:cNvPr>
          <p:cNvSpPr txBox="1"/>
          <p:nvPr/>
        </p:nvSpPr>
        <p:spPr>
          <a:xfrm>
            <a:off x="1169838" y="3211607"/>
            <a:ext cx="1493080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Perfil</a:t>
            </a:r>
            <a:br>
              <a:rPr lang="pt-BR" dirty="0">
                <a:solidFill>
                  <a:srgbClr val="FF0000"/>
                </a:solidFill>
              </a:rPr>
            </a:br>
            <a:r>
              <a:rPr lang="pt-BR" dirty="0">
                <a:solidFill>
                  <a:srgbClr val="FF0000"/>
                </a:solidFill>
              </a:rPr>
              <a:t>Conta</a:t>
            </a:r>
          </a:p>
          <a:p>
            <a:r>
              <a:rPr lang="pt-BR" dirty="0">
                <a:solidFill>
                  <a:srgbClr val="FF0000"/>
                </a:solidFill>
              </a:rPr>
              <a:t>Dashboard</a:t>
            </a:r>
          </a:p>
          <a:p>
            <a:r>
              <a:rPr lang="pt-BR" dirty="0">
                <a:solidFill>
                  <a:srgbClr val="FF0000"/>
                </a:solidFill>
              </a:rPr>
              <a:t>Ranking</a:t>
            </a:r>
          </a:p>
          <a:p>
            <a:r>
              <a:rPr lang="pt-BR" dirty="0">
                <a:solidFill>
                  <a:srgbClr val="FF0000"/>
                </a:solidFill>
              </a:rPr>
              <a:t>Academia IP</a:t>
            </a:r>
          </a:p>
        </p:txBody>
      </p:sp>
    </p:spTree>
    <p:extLst>
      <p:ext uri="{BB962C8B-B14F-4D97-AF65-F5344CB8AC3E}">
        <p14:creationId xmlns:p14="http://schemas.microsoft.com/office/powerpoint/2010/main" val="19420383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7EBA4-05A3-75E4-D538-C0499B62A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0E8EC88-39F9-209F-A0C9-B903854D906F}"/>
              </a:ext>
            </a:extLst>
          </p:cNvPr>
          <p:cNvSpPr txBox="1"/>
          <p:nvPr/>
        </p:nvSpPr>
        <p:spPr>
          <a:xfrm>
            <a:off x="3170948" y="2593009"/>
            <a:ext cx="676388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3600" dirty="0"/>
              <a:t>Área </a:t>
            </a:r>
            <a:r>
              <a:rPr lang="pt-BR" sz="3600" dirty="0" err="1"/>
              <a:t>Usuario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1710884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A1901-5C93-BE28-31D6-1E2AA504C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7DFE8EC-7E0E-4D2B-5C63-484C77684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849" y="0"/>
            <a:ext cx="97703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375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D556E-8BD7-CEFC-7F5D-5A573B76D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2EB63D7-F0FE-A99E-B6BF-ED3DF1CF6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553" y="0"/>
            <a:ext cx="103128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9580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07D22-3015-9CBF-6170-D81807169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141E0EC-9C16-B9E0-0C05-60593D704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183" y="0"/>
            <a:ext cx="114096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8465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245F6-47AC-25FA-403B-A18F8ABD1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FE694A1-BD82-0699-BC1E-45D8D87B9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010" y="0"/>
            <a:ext cx="107639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6366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882DB-2E65-D517-11A5-B629F1953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4D43814-A3F4-B66E-E2E2-59195B8B2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119" y="0"/>
            <a:ext cx="101677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1846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DA3ED-93F1-434B-7391-51B254CDC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D78A27B-4367-0526-322D-E0DA81563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868"/>
            <a:ext cx="12192000" cy="5249333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ECFC28A-9A2D-0C35-F9CB-2CE143738D50}"/>
              </a:ext>
            </a:extLst>
          </p:cNvPr>
          <p:cNvSpPr txBox="1"/>
          <p:nvPr/>
        </p:nvSpPr>
        <p:spPr>
          <a:xfrm>
            <a:off x="3494315" y="2598971"/>
            <a:ext cx="519248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Imagem central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E586B95-FBB5-7095-E5E3-7365DF5B98C5}"/>
              </a:ext>
            </a:extLst>
          </p:cNvPr>
          <p:cNvSpPr/>
          <p:nvPr/>
        </p:nvSpPr>
        <p:spPr>
          <a:xfrm>
            <a:off x="391886" y="1347107"/>
            <a:ext cx="2457450" cy="37963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13A80A4-3249-6F0D-0284-8DFE51951A69}"/>
              </a:ext>
            </a:extLst>
          </p:cNvPr>
          <p:cNvSpPr/>
          <p:nvPr/>
        </p:nvSpPr>
        <p:spPr>
          <a:xfrm>
            <a:off x="2974521" y="1347106"/>
            <a:ext cx="6202135" cy="37963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A01B5A8-4786-2425-D439-9D6DB4D9923E}"/>
              </a:ext>
            </a:extLst>
          </p:cNvPr>
          <p:cNvSpPr/>
          <p:nvPr/>
        </p:nvSpPr>
        <p:spPr>
          <a:xfrm>
            <a:off x="9301841" y="1347106"/>
            <a:ext cx="2457450" cy="37963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D7A4E6E-FE75-EE99-B97F-B9DF7933FF7D}"/>
              </a:ext>
            </a:extLst>
          </p:cNvPr>
          <p:cNvSpPr txBox="1"/>
          <p:nvPr/>
        </p:nvSpPr>
        <p:spPr>
          <a:xfrm>
            <a:off x="644979" y="2783637"/>
            <a:ext cx="207372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Imagem lateral desfocada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E6F30BB-5D7D-A50C-6602-8B38139226E1}"/>
              </a:ext>
            </a:extLst>
          </p:cNvPr>
          <p:cNvSpPr txBox="1"/>
          <p:nvPr/>
        </p:nvSpPr>
        <p:spPr>
          <a:xfrm>
            <a:off x="9493702" y="2803665"/>
            <a:ext cx="207372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Imagem lateral desfocada</a:t>
            </a:r>
          </a:p>
        </p:txBody>
      </p:sp>
    </p:spTree>
    <p:extLst>
      <p:ext uri="{BB962C8B-B14F-4D97-AF65-F5344CB8AC3E}">
        <p14:creationId xmlns:p14="http://schemas.microsoft.com/office/powerpoint/2010/main" val="38672947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C7886-0CE8-FDFA-8822-2CCDE1D86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D725747-AEE9-F180-3966-A38083B69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0" y="293914"/>
            <a:ext cx="7730274" cy="6021651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49FB711-7BD0-BB1B-1590-2190C4B6C894}"/>
              </a:ext>
            </a:extLst>
          </p:cNvPr>
          <p:cNvSpPr/>
          <p:nvPr/>
        </p:nvSpPr>
        <p:spPr>
          <a:xfrm>
            <a:off x="7546520" y="236763"/>
            <a:ext cx="2457450" cy="57803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C7CF284-5086-02D4-4AD4-6ABDBA408987}"/>
              </a:ext>
            </a:extLst>
          </p:cNvPr>
          <p:cNvSpPr txBox="1"/>
          <p:nvPr/>
        </p:nvSpPr>
        <p:spPr>
          <a:xfrm>
            <a:off x="7738381" y="1693322"/>
            <a:ext cx="207372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Apagar essas seções</a:t>
            </a:r>
          </a:p>
        </p:txBody>
      </p:sp>
    </p:spTree>
    <p:extLst>
      <p:ext uri="{BB962C8B-B14F-4D97-AF65-F5344CB8AC3E}">
        <p14:creationId xmlns:p14="http://schemas.microsoft.com/office/powerpoint/2010/main" val="11360566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7AB2B-A296-A4A5-D1B5-1155EFA22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DB0597C-412F-1F39-E7FA-B3C741A22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2467"/>
            <a:ext cx="12192000" cy="511306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A8688CA1-6740-0EFE-2B03-CBF1DE39F4E2}"/>
              </a:ext>
            </a:extLst>
          </p:cNvPr>
          <p:cNvSpPr/>
          <p:nvPr/>
        </p:nvSpPr>
        <p:spPr>
          <a:xfrm>
            <a:off x="10409463" y="1347106"/>
            <a:ext cx="604157" cy="37963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37CCA0E-7946-ACC8-8366-86AD014C312B}"/>
              </a:ext>
            </a:extLst>
          </p:cNvPr>
          <p:cNvSpPr txBox="1"/>
          <p:nvPr/>
        </p:nvSpPr>
        <p:spPr>
          <a:xfrm>
            <a:off x="4750252" y="2803663"/>
            <a:ext cx="207372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Reduzir o tamanho da imagem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3A2F002-B274-28D2-0E20-29EBF0F0E11E}"/>
              </a:ext>
            </a:extLst>
          </p:cNvPr>
          <p:cNvSpPr/>
          <p:nvPr/>
        </p:nvSpPr>
        <p:spPr>
          <a:xfrm>
            <a:off x="699406" y="1347106"/>
            <a:ext cx="604157" cy="37963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98BA8BD-8520-42E7-0738-30EAE9224C92}"/>
              </a:ext>
            </a:extLst>
          </p:cNvPr>
          <p:cNvSpPr txBox="1"/>
          <p:nvPr/>
        </p:nvSpPr>
        <p:spPr>
          <a:xfrm>
            <a:off x="9572624" y="463831"/>
            <a:ext cx="207372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Reduzir o afastamento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E1FA583-97C4-6FC6-85AD-0B41261AC6F4}"/>
              </a:ext>
            </a:extLst>
          </p:cNvPr>
          <p:cNvSpPr txBox="1"/>
          <p:nvPr/>
        </p:nvSpPr>
        <p:spPr>
          <a:xfrm>
            <a:off x="58510" y="505073"/>
            <a:ext cx="207372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Reduzir o afastamento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0C0A79C-4B42-AF06-BA74-23ED66B1C27F}"/>
              </a:ext>
            </a:extLst>
          </p:cNvPr>
          <p:cNvSpPr/>
          <p:nvPr/>
        </p:nvSpPr>
        <p:spPr>
          <a:xfrm>
            <a:off x="2862941" y="1228633"/>
            <a:ext cx="6509659" cy="37963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006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7FDDB-EC36-BD68-252B-DC8818011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85851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7A88D-DA0D-EB0D-B874-0384EEAF1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3344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630</Words>
  <Application>Microsoft Office PowerPoint</Application>
  <PresentationFormat>Widescreen</PresentationFormat>
  <Paragraphs>79</Paragraphs>
  <Slides>42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7" baseType="lpstr">
      <vt:lpstr>Aptos</vt:lpstr>
      <vt:lpstr>Aptos Display</vt:lpstr>
      <vt:lpstr>Arial</vt:lpstr>
      <vt:lpstr>Google Sans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Luiz Paulo Cruz</dc:creator>
  <cp:lastModifiedBy>Luiz Paulo Cruz</cp:lastModifiedBy>
  <cp:revision>3</cp:revision>
  <dcterms:created xsi:type="dcterms:W3CDTF">2026-05-07T21:28:57Z</dcterms:created>
  <dcterms:modified xsi:type="dcterms:W3CDTF">2026-05-10T12:08:10Z</dcterms:modified>
</cp:coreProperties>
</file>