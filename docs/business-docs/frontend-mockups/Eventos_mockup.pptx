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4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E5395-9DF5-41C4-B65B-F526C5851766}" v="72" dt="2026-05-09T14:25:52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9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Paulo Cruz" userId="5e7741bb29989783" providerId="LiveId" clId="{95C88EC6-4CF1-4064-AC84-9E329B6F3B4D}"/>
    <pc:docChg chg="delSld">
      <pc:chgData name="Luiz Paulo Cruz" userId="5e7741bb29989783" providerId="LiveId" clId="{95C88EC6-4CF1-4064-AC84-9E329B6F3B4D}" dt="2026-05-09T14:30:17.278" v="1" actId="47"/>
      <pc:docMkLst>
        <pc:docMk/>
      </pc:docMkLst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321130002" sldId="256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3011126020" sldId="257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172932212" sldId="258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2392738021" sldId="259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2506308301" sldId="260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2747012448" sldId="261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1877974969" sldId="262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2970957144" sldId="263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2277420533" sldId="264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1019037174" sldId="265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56386241" sldId="266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1050981576" sldId="275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3287664620" sldId="276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2687764249" sldId="277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2232103251" sldId="278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3559473885" sldId="279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2130969062" sldId="280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4252468478" sldId="281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1942038319" sldId="282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2171088490" sldId="283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191237543" sldId="284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3612958015" sldId="285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874846508" sldId="286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3623636671" sldId="287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1589184613" sldId="288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3867294728" sldId="289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1136056642" sldId="290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28200662" sldId="291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938585199" sldId="292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128334490" sldId="293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2236152833" sldId="295"/>
        </pc:sldMkLst>
      </pc:sldChg>
      <pc:sldChg chg="del">
        <pc:chgData name="Luiz Paulo Cruz" userId="5e7741bb29989783" providerId="LiveId" clId="{95C88EC6-4CF1-4064-AC84-9E329B6F3B4D}" dt="2026-05-09T14:29:56.431" v="0" actId="2696"/>
        <pc:sldMkLst>
          <pc:docMk/>
          <pc:sldMk cId="3034397572" sldId="296"/>
        </pc:sldMkLst>
      </pc:sldChg>
      <pc:sldChg chg="del">
        <pc:chgData name="Luiz Paulo Cruz" userId="5e7741bb29989783" providerId="LiveId" clId="{95C88EC6-4CF1-4064-AC84-9E329B6F3B4D}" dt="2026-05-09T14:30:17.278" v="1" actId="47"/>
        <pc:sldMkLst>
          <pc:docMk/>
          <pc:sldMk cId="327417966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83B43-5169-4691-B0C0-A22A95F3EE16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CE867-FC76-4BB1-8006-C04D063B00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46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CE867-FC76-4BB1-8006-C04D063B00D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593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12FED-2257-79BE-E7A4-67498C055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3C03A0-50CD-F63C-2C68-4FAB9EC77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ADFAB7-3A55-025C-BF98-426F65C7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3572CD-404D-27C0-1C96-7B5E6D59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2C5B83-B93F-CBE1-27B4-38D3561A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23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FE4F0-4F8D-AD26-6D2F-ADA259C4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F1191F-EC94-C16D-C73D-B2FE62B2B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F6B102-691C-9D45-2106-D8301ABE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EC40BF-A46F-C429-76DF-AAAF379D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593C6-5B95-CCC4-A62F-42DF5D9B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0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89C87-715C-66BF-C50B-2752F4DB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615FDF-29B6-789C-2333-BC980A57A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743D94-5931-8202-AD82-6D9DC7C0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4F17F-987E-19B1-6B12-40841EEC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3716F-8B42-3792-E79A-F7292B4D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08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8F619-8BCD-0BC4-8FF1-10AD9283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5F82D0-3856-DBDB-783A-382A9FB74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DCA058-B5A2-0436-4B23-808B0C528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EB061F-EA91-A402-E78D-51CEDEAD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823BE7-E797-0D7F-785E-23101DFC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D803EC-8235-5210-AC68-4589AD28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11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FFF74-F25A-4D03-5CE9-201A9081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F4AB80-9992-99D5-66C0-D6AF26D54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5A604E-17DD-D037-3B30-05B01B40A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170689-4CAA-2879-6846-951B01A43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AFDB35C-63F6-F901-9546-C5D92F661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9F38B6-2C4E-935C-CC23-F39B38C7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45C16E-268E-1252-B576-6F7E1578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FE75638-401C-9658-C872-51980C8D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89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FF27B-87CA-E81A-16E9-CA50B373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A7DB5C-D59E-EEBD-D12F-02BEA560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047A3A-F9D7-5A22-93EE-CF8A911D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722D82-7B52-A6C4-0E13-43B93BCA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67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AA2141-1D4D-1A38-21C4-F1917FB5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EB6446-8061-E4DA-B3D9-ECE71792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D4C830-146C-33B9-D288-62CBF421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86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F8E65-C92C-8225-049E-D9BE0DC4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3F9E94-D4CE-7524-F0B3-ED36CC570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28645F-5BD3-D470-11E2-9B7622E7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14992A-34BD-9CF8-E0B7-F0D59BFD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A43A68-607D-0B25-1776-CA459EDB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1C2AAC-4F8F-E2F2-0DE5-564418E9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71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2F376-B4E7-39CD-F0AD-7B26B349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0C5A31-4180-C839-3CB0-D9D9EF894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9A0E0C-6958-82A0-9BD2-2764DD015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D75D3C-CA76-FCE2-0385-2A169616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CB1AA-960E-F11A-7A30-175FA354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701091-8EE1-68D1-363E-19E49F19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09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65D1A-0DBC-9793-F328-587B759E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2190EB-F519-122F-B2EC-2FEA603A2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4ED82-F321-86B8-3E6F-6F8CE5A91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1135D-E616-6B23-03D4-8CB652E9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B2723-50EF-1011-C7EF-7707E234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95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A307B-796E-5F49-161E-3A34FE094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73A072-CB87-C00A-69D2-B4C09A362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D2DDEF-70C6-3465-68F7-54838645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30B65D-4AAF-9D04-4DB0-E92E8932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AE0895-75BE-4BB2-E2D0-4C24DCA4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97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86D812-88F3-99F6-E112-55599A64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C504BE-8922-92E0-A7E3-01CEDB290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52EC9D-08CC-5E3E-6228-828BF23CD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6E8E6-BA41-4D49-8ECA-9AACB1D20085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249BBF-6579-E109-16CB-D368E85B6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969F8-4DCC-D9E5-54E7-0E8163A7C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85BC6-53AA-4FA5-8F70-1B52C70352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43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B3ACC-20E6-F07C-D7E4-4EE9C984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75E3C4D1-826F-B243-C8DB-EF3E4CDEA76A}"/>
              </a:ext>
            </a:extLst>
          </p:cNvPr>
          <p:cNvSpPr txBox="1"/>
          <p:nvPr/>
        </p:nvSpPr>
        <p:spPr>
          <a:xfrm>
            <a:off x="3170948" y="2593009"/>
            <a:ext cx="676388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Estudo Eventos abertos e fechados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3239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B907-095D-5DFF-117D-2BFFE26A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0B51DD-CB72-068A-509E-F9CEE4CE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112"/>
            <a:ext cx="12192000" cy="57838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A3D1F9C-DEE3-655F-145F-550AF8DF8E61}"/>
              </a:ext>
            </a:extLst>
          </p:cNvPr>
          <p:cNvSpPr txBox="1"/>
          <p:nvPr/>
        </p:nvSpPr>
        <p:spPr>
          <a:xfrm>
            <a:off x="289972" y="210781"/>
            <a:ext cx="98446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Exemplo de Como será a tela de um contrato (Evento) resolvido</a:t>
            </a:r>
            <a:endParaRPr lang="en-US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F3BED0-859A-99B1-7F89-E38E571F9B14}"/>
              </a:ext>
            </a:extLst>
          </p:cNvPr>
          <p:cNvSpPr/>
          <p:nvPr/>
        </p:nvSpPr>
        <p:spPr>
          <a:xfrm>
            <a:off x="160638" y="857112"/>
            <a:ext cx="11862486" cy="971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D342A-5F12-C986-65AA-6B31B2D3294A}"/>
              </a:ext>
            </a:extLst>
          </p:cNvPr>
          <p:cNvSpPr txBox="1"/>
          <p:nvPr/>
        </p:nvSpPr>
        <p:spPr>
          <a:xfrm>
            <a:off x="3903499" y="1158290"/>
            <a:ext cx="43767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Cabeçalho (Header) se mantem constante</a:t>
            </a:r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BF937A-5AE6-EB5B-38C1-405DDB47AAF9}"/>
              </a:ext>
            </a:extLst>
          </p:cNvPr>
          <p:cNvSpPr/>
          <p:nvPr/>
        </p:nvSpPr>
        <p:spPr>
          <a:xfrm>
            <a:off x="160638" y="1923912"/>
            <a:ext cx="8316097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FAD49E-5637-4481-DB83-8B93929B9A3D}"/>
              </a:ext>
            </a:extLst>
          </p:cNvPr>
          <p:cNvSpPr txBox="1"/>
          <p:nvPr/>
        </p:nvSpPr>
        <p:spPr>
          <a:xfrm>
            <a:off x="3178569" y="2663031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Body/</a:t>
            </a:r>
            <a:r>
              <a:rPr lang="pt-BR" dirty="0" err="1"/>
              <a:t>Content</a:t>
            </a:r>
            <a:r>
              <a:rPr lang="pt-BR" dirty="0"/>
              <a:t>: Mostra o </a:t>
            </a:r>
            <a:r>
              <a:rPr lang="pt-BR" dirty="0" err="1"/>
              <a:t>thumbnail</a:t>
            </a:r>
            <a:r>
              <a:rPr lang="pt-BR" dirty="0"/>
              <a:t>  a categoria (mercado) e a pergunta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4BAA92-4080-86FC-7B34-1731D16F45C0}"/>
              </a:ext>
            </a:extLst>
          </p:cNvPr>
          <p:cNvSpPr txBox="1"/>
          <p:nvPr/>
        </p:nvSpPr>
        <p:spPr>
          <a:xfrm>
            <a:off x="2417186" y="4891366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gráfico congelado com o resultado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C9827D5-0F27-9EEE-F61F-4F0C25B11F5C}"/>
              </a:ext>
            </a:extLst>
          </p:cNvPr>
          <p:cNvSpPr txBox="1"/>
          <p:nvPr/>
        </p:nvSpPr>
        <p:spPr>
          <a:xfrm>
            <a:off x="2001999" y="3725315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gráfico congelado com o resultado</a:t>
            </a:r>
            <a:endParaRPr lang="en-US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7E6BBB-4686-1E91-A7B1-32DFD51783BA}"/>
              </a:ext>
            </a:extLst>
          </p:cNvPr>
          <p:cNvSpPr/>
          <p:nvPr/>
        </p:nvSpPr>
        <p:spPr>
          <a:xfrm>
            <a:off x="8637373" y="1923912"/>
            <a:ext cx="3393989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C891C6-A754-A9F7-955E-9DA013A684AA}"/>
              </a:ext>
            </a:extLst>
          </p:cNvPr>
          <p:cNvSpPr txBox="1"/>
          <p:nvPr/>
        </p:nvSpPr>
        <p:spPr>
          <a:xfrm>
            <a:off x="9527060" y="3710312"/>
            <a:ext cx="196122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Barra Lateral (</a:t>
            </a:r>
            <a:r>
              <a:rPr lang="pt-BR" dirty="0" err="1"/>
              <a:t>Sidebar</a:t>
            </a:r>
            <a:r>
              <a:rPr lang="pt-BR" dirty="0"/>
              <a:t>): Mostra um </a:t>
            </a:r>
            <a:r>
              <a:rPr lang="pt-BR" dirty="0" err="1"/>
              <a:t>Thumbnail</a:t>
            </a:r>
            <a:r>
              <a:rPr lang="pt-BR" dirty="0"/>
              <a:t> e a palavra Determinado ou Fechado</a:t>
            </a:r>
          </a:p>
        </p:txBody>
      </p:sp>
    </p:spTree>
    <p:extLst>
      <p:ext uri="{BB962C8B-B14F-4D97-AF65-F5344CB8AC3E}">
        <p14:creationId xmlns:p14="http://schemas.microsoft.com/office/powerpoint/2010/main" val="677148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0B60-91C2-204D-A67D-6EA5045B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128394B-9F16-AFC3-6708-36182611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35"/>
            <a:ext cx="12192000" cy="56347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235ED2E-B3BD-7188-7186-A0BA1879DAAB}"/>
              </a:ext>
            </a:extLst>
          </p:cNvPr>
          <p:cNvSpPr txBox="1"/>
          <p:nvPr/>
        </p:nvSpPr>
        <p:spPr>
          <a:xfrm>
            <a:off x="289972" y="210781"/>
            <a:ext cx="98446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Exemplo de Como será a tela de um contrato (Evento) aberto – similar a </a:t>
            </a:r>
            <a:r>
              <a:rPr lang="pt-BR" dirty="0" err="1"/>
              <a:t>Kalshi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C190A0-669A-29A2-133E-25E327B93007}"/>
              </a:ext>
            </a:extLst>
          </p:cNvPr>
          <p:cNvSpPr txBox="1"/>
          <p:nvPr/>
        </p:nvSpPr>
        <p:spPr>
          <a:xfrm>
            <a:off x="3048000" y="2971183"/>
            <a:ext cx="6096000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pt-BR" b="1" i="0" dirty="0">
                <a:solidFill>
                  <a:srgbClr val="001D35"/>
                </a:solidFill>
                <a:effectLst/>
                <a:latin typeface="Google Sans"/>
              </a:rPr>
              <a:t>1. Cabeçalho (Header)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35C569C-6600-4E23-1A47-20C79DE71E10}"/>
              </a:ext>
            </a:extLst>
          </p:cNvPr>
          <p:cNvSpPr/>
          <p:nvPr/>
        </p:nvSpPr>
        <p:spPr>
          <a:xfrm>
            <a:off x="160637" y="620451"/>
            <a:ext cx="11862486" cy="971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6DB262-50A7-ED64-EE51-5EB40BC3A943}"/>
              </a:ext>
            </a:extLst>
          </p:cNvPr>
          <p:cNvSpPr txBox="1"/>
          <p:nvPr/>
        </p:nvSpPr>
        <p:spPr>
          <a:xfrm>
            <a:off x="3903498" y="845912"/>
            <a:ext cx="43767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Cabeçalho (Header) se mantem constante</a:t>
            </a:r>
            <a:endParaRPr lang="en-US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C98C3E-16A8-BBDE-651F-F281C3D86DA4}"/>
              </a:ext>
            </a:extLst>
          </p:cNvPr>
          <p:cNvSpPr/>
          <p:nvPr/>
        </p:nvSpPr>
        <p:spPr>
          <a:xfrm>
            <a:off x="160638" y="1923912"/>
            <a:ext cx="8316097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073183-63A8-96A3-F394-E6A83F2D2F6C}"/>
              </a:ext>
            </a:extLst>
          </p:cNvPr>
          <p:cNvSpPr txBox="1"/>
          <p:nvPr/>
        </p:nvSpPr>
        <p:spPr>
          <a:xfrm>
            <a:off x="3400990" y="2219792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Body/</a:t>
            </a:r>
            <a:r>
              <a:rPr lang="pt-BR" dirty="0" err="1"/>
              <a:t>Content</a:t>
            </a:r>
            <a:r>
              <a:rPr lang="pt-BR" dirty="0"/>
              <a:t>: Mostra o </a:t>
            </a:r>
            <a:r>
              <a:rPr lang="pt-BR" dirty="0" err="1"/>
              <a:t>thumbnail</a:t>
            </a:r>
            <a:r>
              <a:rPr lang="pt-BR" dirty="0"/>
              <a:t>  e a pergunta</a:t>
            </a:r>
            <a:endParaRPr lang="en-US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5AE5B6-797F-354E-FF4F-F793E19FCA80}"/>
              </a:ext>
            </a:extLst>
          </p:cNvPr>
          <p:cNvSpPr txBox="1"/>
          <p:nvPr/>
        </p:nvSpPr>
        <p:spPr>
          <a:xfrm>
            <a:off x="2001999" y="3725315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gráfico com mostrando o progresso das previsões</a:t>
            </a:r>
            <a:endParaRPr lang="en-US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82D5624-0881-3BA6-11EC-5B21B5EB9AF6}"/>
              </a:ext>
            </a:extLst>
          </p:cNvPr>
          <p:cNvSpPr/>
          <p:nvPr/>
        </p:nvSpPr>
        <p:spPr>
          <a:xfrm>
            <a:off x="8637373" y="1923912"/>
            <a:ext cx="3393989" cy="4717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DCACCE-951F-CDAE-AC0B-B037048A0417}"/>
              </a:ext>
            </a:extLst>
          </p:cNvPr>
          <p:cNvSpPr txBox="1"/>
          <p:nvPr/>
        </p:nvSpPr>
        <p:spPr>
          <a:xfrm>
            <a:off x="9144000" y="3805752"/>
            <a:ext cx="196122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Barra Lateral (</a:t>
            </a:r>
            <a:r>
              <a:rPr lang="pt-BR" dirty="0" err="1"/>
              <a:t>Sidebar</a:t>
            </a:r>
            <a:r>
              <a:rPr lang="pt-BR" dirty="0"/>
              <a:t>): Mostra um </a:t>
            </a:r>
            <a:r>
              <a:rPr lang="pt-BR" dirty="0" err="1"/>
              <a:t>Thumbnail</a:t>
            </a:r>
            <a:r>
              <a:rPr lang="pt-BR" dirty="0"/>
              <a:t>  a pergunta e as opões de votação</a:t>
            </a:r>
          </a:p>
        </p:txBody>
      </p:sp>
    </p:spTree>
    <p:extLst>
      <p:ext uri="{BB962C8B-B14F-4D97-AF65-F5344CB8AC3E}">
        <p14:creationId xmlns:p14="http://schemas.microsoft.com/office/powerpoint/2010/main" val="357107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1EEE-E8BC-E992-0E6D-17A653C8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DE1D05-18E3-5F0A-347F-5CF9DF57B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2152472"/>
            <a:ext cx="8640381" cy="25530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A8F773-E4D7-A461-0139-1345AC1A279D}"/>
              </a:ext>
            </a:extLst>
          </p:cNvPr>
          <p:cNvSpPr txBox="1"/>
          <p:nvPr/>
        </p:nvSpPr>
        <p:spPr>
          <a:xfrm>
            <a:off x="1968430" y="1448813"/>
            <a:ext cx="84477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Na </a:t>
            </a:r>
            <a:r>
              <a:rPr lang="pt-BR" dirty="0" err="1"/>
              <a:t>Kalshi</a:t>
            </a:r>
            <a:r>
              <a:rPr lang="pt-BR" dirty="0"/>
              <a:t> as opções estão no Body abaixo do gráfico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8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A31F-12BF-6C06-5ABE-F73E8563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8CF82C-2BCD-A21C-7460-461C905F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747"/>
            <a:ext cx="12192000" cy="560850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12F86A5-2E54-4090-F16D-CCE6C299D12F}"/>
              </a:ext>
            </a:extLst>
          </p:cNvPr>
          <p:cNvSpPr txBox="1"/>
          <p:nvPr/>
        </p:nvSpPr>
        <p:spPr>
          <a:xfrm>
            <a:off x="2837110" y="2524592"/>
            <a:ext cx="38029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Body/</a:t>
            </a:r>
            <a:r>
              <a:rPr lang="pt-BR" dirty="0" err="1"/>
              <a:t>Content:Continuando</a:t>
            </a:r>
            <a:r>
              <a:rPr lang="pt-BR" dirty="0"/>
              <a:t>, Abaixo mostra as regras do mercado, mostra como será a resolução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2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FEA7-FEE4-8AAC-15B9-4F85DE74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CF5FE4-6C22-C265-F917-8177A93B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966"/>
            <a:ext cx="12192000" cy="55260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B906122-3518-6C26-C38B-ED3C528C4C4E}"/>
              </a:ext>
            </a:extLst>
          </p:cNvPr>
          <p:cNvSpPr txBox="1"/>
          <p:nvPr/>
        </p:nvSpPr>
        <p:spPr>
          <a:xfrm>
            <a:off x="2882830" y="2189312"/>
            <a:ext cx="38029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Da </a:t>
            </a:r>
            <a:r>
              <a:rPr lang="pt-BR" dirty="0" err="1"/>
              <a:t>polymarket</a:t>
            </a:r>
            <a:r>
              <a:rPr lang="pt-BR" dirty="0"/>
              <a:t> e parecido mas tem 2 </a:t>
            </a:r>
            <a:r>
              <a:rPr lang="pt-BR" dirty="0" err="1"/>
              <a:t>forms</a:t>
            </a:r>
            <a:r>
              <a:rPr lang="pt-BR" dirty="0"/>
              <a:t> achei mais interessante. Vamos adotar esse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65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B8CE-1F3B-C99E-C949-11C0DD32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244664-DD03-632E-A7D2-6A238C903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738"/>
            <a:ext cx="12192000" cy="461420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A053F3F-92F6-4AF8-C7A5-EF8938097A3C}"/>
              </a:ext>
            </a:extLst>
          </p:cNvPr>
          <p:cNvSpPr txBox="1"/>
          <p:nvPr/>
        </p:nvSpPr>
        <p:spPr>
          <a:xfrm>
            <a:off x="2882830" y="2189312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Abaixo temos os comentários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072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83A4-273A-B35B-E973-58949C9C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E3AD8B-F985-5DFC-140C-B9A3F819C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706"/>
            <a:ext cx="12192000" cy="491658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37030D-1E46-AAB9-876D-781F22CC8D60}"/>
              </a:ext>
            </a:extLst>
          </p:cNvPr>
          <p:cNvSpPr txBox="1"/>
          <p:nvPr/>
        </p:nvSpPr>
        <p:spPr>
          <a:xfrm>
            <a:off x="2882830" y="2189312"/>
            <a:ext cx="38029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Abaixo temos os comentários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23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7D6B-54DE-84D8-E550-BB17DABA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01DCA5-ABDA-D838-802E-C42A136A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863"/>
            <a:ext cx="12192000" cy="55982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72832B6-AE16-40C5-AAFE-076957DF8E79}"/>
              </a:ext>
            </a:extLst>
          </p:cNvPr>
          <p:cNvSpPr txBox="1"/>
          <p:nvPr/>
        </p:nvSpPr>
        <p:spPr>
          <a:xfrm>
            <a:off x="3587165" y="2918360"/>
            <a:ext cx="3802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Rodapé (</a:t>
            </a:r>
            <a:r>
              <a:rPr lang="pt-BR" dirty="0" err="1"/>
              <a:t>Footer</a:t>
            </a:r>
            <a:r>
              <a:rPr lang="pt-BR" dirty="0"/>
              <a:t>) – Por ultimo sempre temos o rodapé</a:t>
            </a:r>
          </a:p>
        </p:txBody>
      </p:sp>
    </p:spTree>
    <p:extLst>
      <p:ext uri="{BB962C8B-B14F-4D97-AF65-F5344CB8AC3E}">
        <p14:creationId xmlns:p14="http://schemas.microsoft.com/office/powerpoint/2010/main" val="22874905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193</Words>
  <Application>Microsoft Office PowerPoint</Application>
  <PresentationFormat>Widescreen</PresentationFormat>
  <Paragraphs>21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 Paulo Cruz</dc:creator>
  <cp:lastModifiedBy>Luiz Paulo Cruz</cp:lastModifiedBy>
  <cp:revision>2</cp:revision>
  <dcterms:created xsi:type="dcterms:W3CDTF">2026-05-07T21:28:57Z</dcterms:created>
  <dcterms:modified xsi:type="dcterms:W3CDTF">2026-05-09T14:30:19Z</dcterms:modified>
</cp:coreProperties>
</file>